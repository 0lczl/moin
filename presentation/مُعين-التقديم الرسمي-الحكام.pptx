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37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</p:sldIdLst>
  <p:sldSz cx="15240000" cy="8572500"/>
  <p:notesSz cx="6858000" cy="9144000"/>
  <p:embeddedFontLst>
    <p:embeddedFont>
      <p:font typeface="IBM Plex Sans Arabic Medium" charset="1" panose="020B0603050203000203"/>
      <p:regular r:id="rId34"/>
    </p:embeddedFont>
    <p:embeddedFont>
      <p:font typeface="IBM Plex Sans Arabic Semi-Bold" charset="1" panose="020B0703050203000203"/>
      <p:regular r:id="rId35"/>
    </p:embeddedFont>
    <p:embeddedFont>
      <p:font typeface="IBM Plex Sans Arabic Bold" charset="1" panose="020B0803050203000203"/>
      <p:regular r:id="rId36"/>
    </p:embeddedFont>
    <p:embeddedFont>
      <p:font typeface="Arimo" charset="1" panose="020B0604020202020204"/>
      <p:regular r:id="rId40"/>
    </p:embeddedFont>
    <p:embeddedFont>
      <p:font typeface="IBM Plex Sans Arabic" charset="1" panose="020B0503050203000203"/>
      <p:regular r:id="rId42"/>
    </p:embeddedFont>
    <p:embeddedFont>
      <p:font typeface="Arial Bold" charset="1" panose="020B0704020202020204"/>
      <p:regular r:id="rId44"/>
    </p:embeddedFont>
    <p:embeddedFont>
      <p:font typeface="Arial" charset="1" panose="020B0604020202020204"/>
      <p:regular r:id="rId45"/>
    </p:embeddedFont>
    <p:embeddedFont>
      <p:font typeface="Arimo Bold" charset="1" panose="020B0704020202020204"/>
      <p:regular r:id="rId4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36" Target="fonts/font36.fntdata" Type="http://schemas.openxmlformats.org/officeDocument/2006/relationships/font"/><Relationship Id="rId37" Target="notesMasters/notesMaster1.xml" Type="http://schemas.openxmlformats.org/officeDocument/2006/relationships/notesMaster"/><Relationship Id="rId38" Target="theme/theme2.xml" Type="http://schemas.openxmlformats.org/officeDocument/2006/relationships/theme"/><Relationship Id="rId39" Target="notesSlides/notesSlide1.xml" Type="http://schemas.openxmlformats.org/officeDocument/2006/relationships/notesSlide"/><Relationship Id="rId4" Target="theme/theme1.xml" Type="http://schemas.openxmlformats.org/officeDocument/2006/relationships/theme"/><Relationship Id="rId40" Target="fonts/font40.fntdata" Type="http://schemas.openxmlformats.org/officeDocument/2006/relationships/font"/><Relationship Id="rId41" Target="notesSlides/notesSlide2.xml" Type="http://schemas.openxmlformats.org/officeDocument/2006/relationships/notesSlide"/><Relationship Id="rId42" Target="fonts/font42.fntdata" Type="http://schemas.openxmlformats.org/officeDocument/2006/relationships/font"/><Relationship Id="rId43" Target="notesSlides/notesSlide3.xml" Type="http://schemas.openxmlformats.org/officeDocument/2006/relationships/notesSlide"/><Relationship Id="rId44" Target="fonts/font44.fntdata" Type="http://schemas.openxmlformats.org/officeDocument/2006/relationships/font"/><Relationship Id="rId45" Target="fonts/font45.fntdata" Type="http://schemas.openxmlformats.org/officeDocument/2006/relationships/font"/><Relationship Id="rId46" Target="notesSlides/notesSlide4.xml" Type="http://schemas.openxmlformats.org/officeDocument/2006/relationships/notesSlide"/><Relationship Id="rId47" Target="fonts/font47.fntdata" Type="http://schemas.openxmlformats.org/officeDocument/2006/relationships/font"/><Relationship Id="rId48" Target="notesSlides/notesSlide5.xml" Type="http://schemas.openxmlformats.org/officeDocument/2006/relationships/notesSlide"/><Relationship Id="rId49" Target="notesSlides/notesSlide6.xml" Type="http://schemas.openxmlformats.org/officeDocument/2006/relationships/notesSlid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4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8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خيار أ — ضيافة ناقصة. 15 ثانية.</a:t>
            </a:r>
          </a:p>
          <a:p>
            <a:r>
              <a:rPr lang="en-US"/>
              <a:t/>
            </a:r>
          </a:p>
          <a:p>
            <a:r>
              <a:rPr lang="en-US"/>
              <a:t>«مئة وإحدى وسبعون جنسية تصل إلى الحج في موسمٍ واحد. ضيوفٌ على الرحمن — نُحسن ضيافتهم في كل شيء، إلا في اللغة التي يُفهم بها الدرس.»</a:t>
            </a:r>
          </a:p>
          <a:p>
            <a:r>
              <a:rPr lang="en-US"/>
              <a:t/>
            </a:r>
          </a:p>
          <a:p>
            <a:r>
              <a:rPr lang="en-US"/>
              <a:t>ثم قِف، ثم اختم: «وضيافةٌ لا يفهم فيها الضيف ما يُقال — ضيافةٌ ناقصة.»</a:t>
            </a:r>
          </a:p>
          <a:p>
            <a:r>
              <a:rPr lang="en-US"/>
              <a:t/>
            </a:r>
          </a:p>
          <a:p>
            <a:r>
              <a:rPr lang="en-US"/>
              <a:t>رقم الـ171 جنسية من نشرة إحصاءات الحج 1446هـ الصادرة عن هيئة الإحصاء.</a:t>
            </a:r>
          </a:p>
          <a:p>
            <a:r>
              <a:rPr lang="en-US"/>
              <a:t/>
            </a:r>
          </a:p>
          <a:p>
            <a:r>
              <a:rPr lang="en-US"/>
              <a:t>لماذا هذه الصياغة: لا تتهم أحدًا، وتتكلم بلغة «برنامج خدمة ضيوف الرحمن» نفسها — مناسبة أمام موظّف من الرئاسة.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20 ثانية. قِف على الأرقام، ولا تُسرع.</a:t>
            </a:r>
          </a:p>
          <a:p>
            <a:r>
              <a:rPr lang="en-US"/>
              <a:t/>
            </a:r>
          </a:p>
          <a:p>
            <a:r>
              <a:rPr lang="en-US"/>
              <a:t>«في موسم حجٍّ واحد: مليون وخمسمئة ألف قدموا من خارج المملكة. وفي ثلاثة أشهر فقط: ستة ملايين ونصف معتمر من الخارج.»</a:t>
            </a:r>
          </a:p>
          <a:p>
            <a:r>
              <a:rPr lang="en-US"/>
              <a:t/>
            </a:r>
          </a:p>
          <a:p>
            <a:r>
              <a:rPr lang="en-US"/>
              <a:t>ثم اسكت ثانية، ثم: «وأربعةٌ من كل خمسةٍ منهم لا يفهمون لغة الدرس.»</a:t>
            </a:r>
          </a:p>
          <a:p>
            <a:r>
              <a:rPr lang="en-US"/>
              <a:t/>
            </a:r>
          </a:p>
          <a:p>
            <a:r>
              <a:rPr lang="en-US"/>
              <a:t>الرقمان رسميّان من الهيئة العامة للإحصاء — فقُلها بثقة.</a:t>
            </a:r>
          </a:p>
          <a:p>
            <a:r>
              <a:rPr lang="en-US"/>
              <a:t/>
            </a:r>
          </a:p>
          <a:p>
            <a:r>
              <a:rPr lang="en-US"/>
              <a:t>احتياطي للأسئلة: أكبر أربع دولٍ مُرسِلة للحجاج هي إندونيسيا وباكستان والهند وبنغلاديش — قرابة 700 ألف حاجّ، ولا يتحدث أهلُها العربية.</a:t>
            </a:r>
          </a:p>
          <a:p>
            <a:r>
              <a:rPr lang="en-US"/>
              <a:t/>
            </a:r>
          </a:p>
          <a:p>
            <a:r>
              <a:rPr lang="en-US"/>
              <a:t>لا تضرب الرقمين في 80% على المنصة — دع المُحكّم يضربها بنفسه.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15 ثانية. لا تقرأ الشريحة.</a:t>
            </a:r>
          </a:p>
          <a:p>
            <a:r>
              <a:rPr lang="en-US"/>
              <a:t>قل: «المشروع اسمه الترجمة الفورية لخطب ودروس الحرمين — وهو قائم اليوم فعلاً. والدروس المجدولة تُترجم فعلاً — لكن ما كان على الجدول فقط.»</a:t>
            </a:r>
          </a:p>
          <a:p>
            <a:r>
              <a:rPr lang="en-US"/>
              <a:t>ثم اصمت عند السطر الذهبي.</a:t>
            </a:r>
          </a:p>
          <a:p>
            <a:r>
              <a:rPr lang="en-US"/>
              <a:t/>
            </a:r>
          </a:p>
          <a:p>
            <a:r>
              <a:rPr lang="en-US"/>
              <a:t>لا تقل أبداً «لا توجد ترجمة في الحرم» — اسم المشروع نفسه يردّ عليك، وقد يكون في القاعة موظف من الرئاسة.</a:t>
            </a:r>
          </a:p>
          <a:p>
            <a:r>
              <a:rPr lang="en-US"/>
              <a:t>ولا تدّعَ أنك رأيت بث الدروس بلغة معينة — زرّ «البث المباشر للدروس» في بوابة القاصد معطّل، وصفحات الدروس في منارة الحرمين بلا صفّ لغات، لكن هذا استنتاج لا دليل قاطع.</a:t>
            </a:r>
          </a:p>
          <a:p>
            <a:r>
              <a:rPr lang="en-US"/>
              <a:t/>
            </a:r>
          </a:p>
          <a:p>
            <a:r>
              <a:rPr lang="en-US"/>
              <a:t>الأرقام: 16 قناة لغوية للخطبة على بوابة القاصد، و 12 شيخًا في جدول البرنامج العلمي الدائم لربيع الأول 1448هـ.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من يقدّمها: عبدالمنعم · الزمن المستهدف: 25 ثانية</a:t>
            </a:r>
          </a:p>
          <a:p>
            <a:r>
              <a:rPr lang="en-US"/>
              <a:t/>
            </a:r>
          </a:p>
          <a:p>
            <a:r>
              <a:rPr lang="en-US"/>
              <a:t>الجملة الافتتاحية: «أي فريق يستطيع أن يقول إن جهازه يعمل. نحن قِسناه.»</a:t>
            </a:r>
          </a:p>
          <a:p>
            <a:r>
              <a:rPr lang="en-US"/>
              <a:t/>
            </a:r>
          </a:p>
          <a:p>
            <a:r>
              <a:rPr lang="en-US"/>
              <a:t>ثلاث جمل، من اليمين إلى اليسار، ثم انتقل:</a:t>
            </a:r>
          </a:p>
          <a:p>
            <a:r>
              <a:rPr lang="en-US"/>
              <a:t>• «اختبرناه آليًا، لا يدويًا.»</a:t>
            </a:r>
          </a:p>
          <a:p>
            <a:r>
              <a:rPr lang="en-US"/>
              <a:t>• «ثلاث ثوانٍ معالجة لكل خمس عشرة ثانية كلام — رقم مقيس من ملف قياسات حقيقي، لا تقدير.»</a:t>
            </a:r>
          </a:p>
          <a:p>
            <a:r>
              <a:rPr lang="en-US"/>
              <a:t>• «وخمس لغات ينطقها الجهاز بصوت — لا نصًا على شاشة.»</a:t>
            </a:r>
          </a:p>
          <a:p>
            <a:r>
              <a:rPr lang="en-US"/>
              <a:t/>
            </a:r>
          </a:p>
          <a:p>
            <a:r>
              <a:rPr lang="en-US"/>
              <a:t>اللغات الخمس (إن سُئلت): الإنجليزية · الأردية · الملايوية · الفارسية · الفرنسية.</a:t>
            </a:r>
          </a:p>
          <a:p>
            <a:r>
              <a:rPr lang="en-US"/>
              <a:t>ولكل لغة صوت حقيقي مثبّت في الجهاز، ليست مجرد ترجمة مكتوبة.</a:t>
            </a:r>
          </a:p>
          <a:p>
            <a:r>
              <a:rPr lang="en-US"/>
              <a:t/>
            </a:r>
          </a:p>
          <a:p>
            <a:r>
              <a:rPr lang="en-US"/>
              <a:t>— في الجيب، لا على الشاشة —</a:t>
            </a:r>
          </a:p>
          <a:p>
            <a:r>
              <a:rPr lang="en-US"/>
              <a:t>هذه لا تُقال إلا إذا سُئلت. اللجنة غير تقنية، فلا تبدأ بها:</a:t>
            </a:r>
          </a:p>
          <a:p>
            <a:r>
              <a:rPr lang="en-US"/>
              <a:t/>
            </a:r>
          </a:p>
          <a:p>
            <a:r>
              <a:rPr lang="en-US"/>
              <a:t>1) عدد الاختبارات الحقيقي: 303 اختبارًا آليًا في 20 ملفًا، تُشغَّل على المسار كاملًا من الصوت إلى النطق. (الشريحة تقول +30 اختصارًا؛ إن سُئلت عن العدد، أعطِ الرقم الحقيقي.)</a:t>
            </a:r>
          </a:p>
          <a:p>
            <a:r>
              <a:rPr lang="en-US"/>
              <a:t/>
            </a:r>
          </a:p>
          <a:p>
            <a:r>
              <a:rPr lang="en-US"/>
              <a:t>2) تفصيل الثلاث ثوانٍ: سماع 1.58 · ترجمة 0.86 · نطق 0.35. المرحلة الأبطأ هي السماع لا الترجمة.</a:t>
            </a:r>
          </a:p>
          <a:p>
            <a:r>
              <a:rPr lang="en-US"/>
              <a:t>المصدر: base-station/metrics-mic.jsonl — عشر قياسات على صوت مدته 15 ثانية، المتوسط 2.94 ثانية.</a:t>
            </a:r>
          </a:p>
          <a:p>
            <a:r>
              <a:rPr lang="en-US"/>
              <a:t/>
            </a:r>
          </a:p>
          <a:p>
            <a:r>
              <a:rPr lang="en-US"/>
              <a:t>3) النماذج مفتوحة المصدر بالكامل — لا رخصة، ولا اشتراك، ولا جهة خارجية تملك الخدمة. (مذكور في شريحة الاستدامة، فلا تكرره هنا.)</a:t>
            </a:r>
          </a:p>
          <a:p>
            <a:r>
              <a:rPr lang="en-US"/>
              <a:t/>
            </a:r>
          </a:p>
          <a:p>
            <a:r>
              <a:rPr lang="en-US"/>
              <a:t>4) «لماذا هذه النماذج تحديدًا؟» أو «كيف تعرفون أن الترجمة دقيقة؟» — الجواب: جرّبنا بديلًا أحدث (Qwen) وقِسناه: كان أبطأ خمس مرات، وأنتج ترجمة فصيحة لكنها تقلب معنى حديث نبوي. أبقينا NLLB بناءً على القياس لا على الانطباع.</a:t>
            </a:r>
          </a:p>
          <a:p>
            <a:r>
              <a:rPr lang="en-US"/>
              <a:t>هذه أقوى إجابة عندك — احفظها ولا تقلها إلا عند السؤال.</a:t>
            </a:r>
          </a:p>
          <a:p>
            <a:r>
              <a:rPr lang="en-US"/>
              <a:t/>
            </a:r>
          </a:p>
          <a:p>
            <a:r>
              <a:rPr lang="en-US"/>
              <a:t>5) خمسة قرارات معمارية مكتوبة في المستودع، أولها: لا نُترجم القرآن آليًا.</a:t>
            </a:r>
          </a:p>
          <a:p>
            <a:r>
              <a:rPr lang="en-US"/>
              <a:t/>
            </a:r>
          </a:p>
          <a:p>
            <a:r>
              <a:rPr lang="en-US"/>
              <a:t>خطأ يجب تجنّبه: لا تقل رقم زمن مختلفًا عن 3.0 في أي شريحة أخرى. وحّد الرقم في شريحة «أين نحن الآن؟».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خطّ زمني من اليمين إلى اليسار. المحطات 1–3 منجزة (دوائر ممتلئة وخط متصل)، المحطة 4 هي موقعنا اليوم، والمحطتان 5 و 6 قادمتان (دوائر مفرغة وخط متقطّع).</a:t>
            </a:r>
          </a:p>
          <a:p>
            <a:r>
              <a:rPr lang="en-US"/>
              <a:t/>
            </a:r>
          </a:p>
          <a:p>
            <a:r>
              <a:rPr lang="en-US"/>
              <a:t>الجملة المنطوقة: «لسنا في مرحلة الفكرة؛ الجهاز يعمل اليوم، وما تبقّى هو إدخاله إلى الحرم ثمّ التوسّع.»</a:t>
            </a:r>
          </a:p>
          <a:p>
            <a:r>
              <a:rPr lang="en-US"/>
              <a:t/>
            </a:r>
          </a:p>
          <a:p>
            <a:r>
              <a:rPr lang="en-US"/>
              <a:t>الأرقام في البطاقة (خمس لغات، 1.85 ثانية، بلا إنترنت) هي نفسها المقاسة في شريحة نتائج الاختبار — لا تذكر رقمًا جديدًا هنا.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من يقدّمها: عبدالمنعم · الزمن المستهدف: 12 ثانية — لا أكثر</a:t>
            </a:r>
          </a:p>
          <a:p>
            <a:r>
              <a:rPr lang="en-US"/>
              <a:t/>
            </a:r>
          </a:p>
          <a:p>
            <a:r>
              <a:rPr lang="en-US"/>
              <a:t>قل الأسماء الثلاثة والتخصص فقط، ثم انتقل. لا تقرأ البطاقات.</a:t>
            </a:r>
          </a:p>
          <a:p>
            <a:r>
              <a:rPr lang="en-US"/>
              <a:t/>
            </a:r>
          </a:p>
          <a:p>
            <a:r>
              <a:rPr lang="en-US"/>
              <a:t>السطر الوحيد الذي يهم: «ثلاثتنا بنينا الجهاز بأنفسنا — البرمجة، والكهرباء، والهيكل.»</a:t>
            </a:r>
          </a:p>
          <a:p>
            <a:r>
              <a:rPr lang="en-US"/>
              <a:t/>
            </a:r>
          </a:p>
          <a:p>
            <a:r>
              <a:rPr lang="en-US"/>
              <a:t>لماذا هذه الشريحة موجودة: معيار الأداء والشرح يطلب صراحةً مشاركة متوازنة بين أعضاء الفريق. هذه الشريحة تُعلن التقسيم قبل أن يراه المحكّم، فيقرأ التناوب لاحقًا على أنه تنظيم لا ارتجال.</a:t>
            </a:r>
          </a:p>
          <a:p>
            <a:r>
              <a:rPr lang="en-US"/>
              <a:t/>
            </a:r>
          </a:p>
          <a:p>
            <a:r>
              <a:rPr lang="en-US"/>
              <a:t>تنبيه: استبدل [اسم الزميل الثالث] بالاسم الحقيقي، وتحقق من أن تخصص كل زميل مكتوب صحيحًا قبل العرض.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3.pn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https://www.stats.gov.sa/ar/w/news/49" TargetMode="External" Type="http://schemas.openxmlformats.org/officeDocument/2006/relationships/hyperlink"/><Relationship Id="rId11" Target="https://www.stats.gov.sa/ar/w/news/49" TargetMode="External" Type="http://schemas.openxmlformats.org/officeDocument/2006/relationships/hyperlink"/><Relationship Id="rId12" Target="https://www.stats.gov.sa/ar/w/-%D9%87%D9%8A%D8%A6%D8%A9-%D8%A7%D9%84%D8%A5%D8%AD%D8%B5%D8%A7%D8%A1-%D8%A5%D8%AC%D9%85%D8%A7%D9%84%D9%8A-%D8%A3%D8%B9%D8%AF%D8%A7%D8%AF-%D8%A7%D9%84%D8%AD%D8%AC%D8%A7%D8%AC-%D9%84%D9%85%D9%88%D8%B3%D9%85-%D8%AD%D8%AC-1445%D9%87%D9%80-%D8%A8%D9%84%D8%BA-1" TargetMode="External" Type="http://schemas.openxmlformats.org/officeDocument/2006/relationships/hyperlink"/><Relationship Id="rId13" Target="https://www.stats.gov.sa/ar/w/-%D9%87%D9%8A%D8%A6%D8%A9-%D8%A7%D9%84%D8%A5%D8%AD%D8%B5%D8%A7%D8%A1-%D8%A5%D8%AC%D9%85%D8%A7%D9%84%D9%8A-%D8%A3%D8%B9%D8%AF%D8%A7%D8%AF-%D8%A7%D9%84%D8%AD%D8%AC%D8%A7%D8%AC-%D9%84%D9%85%D9%88%D8%B3%D9%85-%D8%AD%D8%AC-1445%D9%87%D9%80-%D8%A8%D9%84%D8%BA-1" TargetMode="External" Type="http://schemas.openxmlformats.org/officeDocument/2006/relationships/hyperlink"/><Relationship Id="rId14" Target="https://www.stats.gov.sa/ar/w/-%D9%87%D9%8A%D8%A6%D8%A9-%D8%A7%D9%84%D8%A5%D8%AD%D8%B5%D8%A7%D8%A1-%D8%A5%D8%AC%D9%85%D8%A7%D9%84%D9%8A-%D8%A3%D8%B9%D8%AF%D8%A7%D8%AF-%D8%A7%D9%84%D8%AD%D8%AC%D8%A7%D8%AC-%D9%84%D9%85%D9%88%D8%B3%D9%85-%D8%AD%D8%AC-1445%D9%87%D9%80-%D8%A8%D9%84%D8%BA-1" TargetMode="External" Type="http://schemas.openxmlformats.org/officeDocument/2006/relationships/hyperlink"/><Relationship Id="rId2" Target="../notesSlides/notesSlide2.xml" Type="http://schemas.openxmlformats.org/officeDocument/2006/relationships/notesSlide"/><Relationship Id="rId3" Target="../media/image3.pn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https://www.stats.gov.sa/ar/w/news/77" TargetMode="External" Type="http://schemas.openxmlformats.org/officeDocument/2006/relationships/hyperlink"/><Relationship Id="rId7" Target="https://www.stats.gov.sa/ar/w/news/77" TargetMode="External" Type="http://schemas.openxmlformats.org/officeDocument/2006/relationships/hyperlink"/><Relationship Id="rId8" Target="https://www.stats.gov.sa/ar/w/news/77" TargetMode="External" Type="http://schemas.openxmlformats.org/officeDocument/2006/relationships/hyperlink"/><Relationship Id="rId9" Target="https://www.stats.gov.sa/ar/w/news/49" TargetMode="External" Type="http://schemas.openxmlformats.org/officeDocument/2006/relationships/hyperlink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3.png" Type="http://schemas.openxmlformats.org/officeDocument/2006/relationships/image"/><Relationship Id="rId6" Target="https://www.spa.gov.sa/w1888940" TargetMode="External" Type="http://schemas.openxmlformats.org/officeDocument/2006/relationships/hyperlink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11" Target="../media/image14.svg" Type="http://schemas.openxmlformats.org/officeDocument/2006/relationships/image"/><Relationship Id="rId12" Target="../media/image15.png" Type="http://schemas.openxmlformats.org/officeDocument/2006/relationships/image"/><Relationship Id="rId13" Target="../media/image16.svg" Type="http://schemas.openxmlformats.org/officeDocument/2006/relationships/image"/><Relationship Id="rId14" Target="../media/image1.png" Type="http://schemas.openxmlformats.org/officeDocument/2006/relationships/image"/><Relationship Id="rId15" Target="../media/image2.svg" Type="http://schemas.openxmlformats.org/officeDocument/2006/relationships/image"/><Relationship Id="rId16" Target="../media/image17.png" Type="http://schemas.openxmlformats.org/officeDocument/2006/relationships/image"/><Relationship Id="rId17" Target="../media/image18.svg" Type="http://schemas.openxmlformats.org/officeDocument/2006/relationships/image"/><Relationship Id="rId18" Target="../media/image19.png" Type="http://schemas.openxmlformats.org/officeDocument/2006/relationships/image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3.pn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../media/image10.pn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5.svg" Type="http://schemas.openxmlformats.org/officeDocument/2006/relationships/image"/><Relationship Id="rId11" Target="../media/image19.png" Type="http://schemas.openxmlformats.org/officeDocument/2006/relationships/image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3.png" Type="http://schemas.openxmlformats.org/officeDocument/2006/relationships/image"/><Relationship Id="rId5" Target="../media/image20.png" Type="http://schemas.openxmlformats.org/officeDocument/2006/relationships/image"/><Relationship Id="rId6" Target="../media/image21.svg" Type="http://schemas.openxmlformats.org/officeDocument/2006/relationships/image"/><Relationship Id="rId7" Target="../media/image22.png" Type="http://schemas.openxmlformats.org/officeDocument/2006/relationships/image"/><Relationship Id="rId8" Target="../media/image23.svg" Type="http://schemas.openxmlformats.org/officeDocument/2006/relationships/image"/><Relationship Id="rId9" Target="../media/image2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1.png" Type="http://schemas.openxmlformats.org/officeDocument/2006/relationships/image"/><Relationship Id="rId11" Target="../media/image32.svg" Type="http://schemas.openxmlformats.org/officeDocument/2006/relationships/image"/><Relationship Id="rId12" Target="../media/image33.png" Type="http://schemas.openxmlformats.org/officeDocument/2006/relationships/image"/><Relationship Id="rId13" Target="../media/image34.svg" Type="http://schemas.openxmlformats.org/officeDocument/2006/relationships/image"/><Relationship Id="rId14" Target="../media/image35.png" Type="http://schemas.openxmlformats.org/officeDocument/2006/relationships/image"/><Relationship Id="rId15" Target="../media/image36.svg" Type="http://schemas.openxmlformats.org/officeDocument/2006/relationships/image"/><Relationship Id="rId16" Target="../media/image37.svg" Type="http://schemas.openxmlformats.org/officeDocument/2006/relationships/image"/><Relationship Id="rId17" Target="../media/image38.png" Type="http://schemas.openxmlformats.org/officeDocument/2006/relationships/image"/><Relationship Id="rId18" Target="../media/image39.svg" Type="http://schemas.openxmlformats.org/officeDocument/2006/relationships/image"/><Relationship Id="rId19" Target="../media/image40.png" Type="http://schemas.openxmlformats.org/officeDocument/2006/relationships/image"/><Relationship Id="rId2" Target="../media/image6.png" Type="http://schemas.openxmlformats.org/officeDocument/2006/relationships/image"/><Relationship Id="rId20" Target="../media/image41.svg" Type="http://schemas.openxmlformats.org/officeDocument/2006/relationships/image"/><Relationship Id="rId21" Target="../media/image42.svg" Type="http://schemas.openxmlformats.org/officeDocument/2006/relationships/image"/><Relationship Id="rId22" Target="../media/image43.png" Type="http://schemas.openxmlformats.org/officeDocument/2006/relationships/image"/><Relationship Id="rId23" Target="../media/image44.svg" Type="http://schemas.openxmlformats.org/officeDocument/2006/relationships/image"/><Relationship Id="rId24" Target="../media/image45.png" Type="http://schemas.openxmlformats.org/officeDocument/2006/relationships/image"/><Relationship Id="rId25" Target="../media/image46.svg" Type="http://schemas.openxmlformats.org/officeDocument/2006/relationships/image"/><Relationship Id="rId3" Target="../media/image7.svg" Type="http://schemas.openxmlformats.org/officeDocument/2006/relationships/image"/><Relationship Id="rId4" Target="../media/image3.png" Type="http://schemas.openxmlformats.org/officeDocument/2006/relationships/image"/><Relationship Id="rId5" Target="../media/image26.png" Type="http://schemas.openxmlformats.org/officeDocument/2006/relationships/image"/><Relationship Id="rId6" Target="../media/image27.svg" Type="http://schemas.openxmlformats.org/officeDocument/2006/relationships/image"/><Relationship Id="rId7" Target="../media/image28.png" Type="http://schemas.openxmlformats.org/officeDocument/2006/relationships/image"/><Relationship Id="rId8" Target="../media/image29.png" Type="http://schemas.openxmlformats.org/officeDocument/2006/relationships/image"/><Relationship Id="rId9" Target="../media/image30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3.pn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3.png" Type="http://schemas.openxmlformats.org/officeDocument/2006/relationships/image"/><Relationship Id="rId5" Target="../media/image47.png" Type="http://schemas.openxmlformats.org/officeDocument/2006/relationships/image"/><Relationship Id="rId6" Target="../media/image48.svg" Type="http://schemas.openxmlformats.org/officeDocument/2006/relationships/image"/><Relationship Id="rId7" Target="../media/image49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5.svg" Type="http://schemas.openxmlformats.org/officeDocument/2006/relationships/image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3.png" Type="http://schemas.openxmlformats.org/officeDocument/2006/relationships/image"/><Relationship Id="rId5" Target="../media/image50.png" Type="http://schemas.openxmlformats.org/officeDocument/2006/relationships/image"/><Relationship Id="rId6" Target="../media/image51.svg" Type="http://schemas.openxmlformats.org/officeDocument/2006/relationships/image"/><Relationship Id="rId7" Target="../media/image52.png" Type="http://schemas.openxmlformats.org/officeDocument/2006/relationships/image"/><Relationship Id="rId8" Target="../media/image53.svg" Type="http://schemas.openxmlformats.org/officeDocument/2006/relationships/image"/><Relationship Id="rId9" Target="../media/image54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3.png" Type="http://schemas.openxmlformats.org/officeDocument/2006/relationships/image"/><Relationship Id="rId5" Target="../media/image56.png" Type="http://schemas.openxmlformats.org/officeDocument/2006/relationships/image"/><Relationship Id="rId6" Target="../media/image57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3.png" Type="http://schemas.openxmlformats.org/officeDocument/2006/relationships/image"/><Relationship Id="rId5" Target="../media/image58.png" Type="http://schemas.openxmlformats.org/officeDocument/2006/relationships/image"/><Relationship Id="rId6" Target="../media/image59.png" Type="http://schemas.openxmlformats.org/officeDocument/2006/relationships/image"/><Relationship Id="rId7" Target="https://www.vision2030.gov.sa/v2030/" TargetMode="External" Type="http://schemas.openxmlformats.org/officeDocument/2006/relationships/hyperlink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.svg" Type="http://schemas.openxmlformats.org/officeDocument/2006/relationships/image"/><Relationship Id="rId11" Target="../media/image60.png" Type="http://schemas.openxmlformats.org/officeDocument/2006/relationships/image"/><Relationship Id="rId12" Target="../media/image61.svg" Type="http://schemas.openxmlformats.org/officeDocument/2006/relationships/image"/><Relationship Id="rId13" Target="../media/image62.png" Type="http://schemas.openxmlformats.org/officeDocument/2006/relationships/image"/><Relationship Id="rId14" Target="../media/image63.svg" Type="http://schemas.openxmlformats.org/officeDocument/2006/relationships/image"/><Relationship Id="rId2" Target="../media/image3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17.png" Type="http://schemas.openxmlformats.org/officeDocument/2006/relationships/image"/><Relationship Id="rId6" Target="../media/image18.svg" Type="http://schemas.openxmlformats.org/officeDocument/2006/relationships/image"/><Relationship Id="rId7" Target="../media/image11.png" Type="http://schemas.openxmlformats.org/officeDocument/2006/relationships/image"/><Relationship Id="rId8" Target="../media/image12.svg" Type="http://schemas.openxmlformats.org/officeDocument/2006/relationships/image"/><Relationship Id="rId9" Target="../media/image13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3.pn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3.png" Type="http://schemas.openxmlformats.org/officeDocument/2006/relationships/image"/><Relationship Id="rId5" Target="../media/image64.jpeg" Type="http://schemas.openxmlformats.org/officeDocument/2006/relationships/image"/><Relationship Id="rId6" Target="../media/VAHUox6GtQ8.mp4" Type="http://schemas.openxmlformats.org/officeDocument/2006/relationships/video"/><Relationship Id="rId7" Target="../media/VAHUox6GtQ8.mp4" Type="http://schemas.microsoft.com/office/2007/relationships/media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3.pn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63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58679" y="-63503"/>
            <a:ext cx="15366997" cy="8699497"/>
          </a:xfrm>
          <a:custGeom>
            <a:avLst/>
            <a:gdLst/>
            <a:ahLst/>
            <a:cxnLst/>
            <a:rect r="r" b="b" t="t" l="l"/>
            <a:pathLst>
              <a:path h="8699497" w="15366997">
                <a:moveTo>
                  <a:pt x="0" y="0"/>
                </a:moveTo>
                <a:lnTo>
                  <a:pt x="15366997" y="0"/>
                </a:lnTo>
                <a:lnTo>
                  <a:pt x="15366997" y="8699497"/>
                </a:lnTo>
                <a:lnTo>
                  <a:pt x="0" y="86994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4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791450" y="7505700"/>
            <a:ext cx="866775" cy="533400"/>
            <a:chOff x="0" y="0"/>
            <a:chExt cx="1155700" cy="7112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55700" cy="711200"/>
            </a:xfrm>
            <a:custGeom>
              <a:avLst/>
              <a:gdLst/>
              <a:ahLst/>
              <a:cxnLst/>
              <a:rect r="r" b="b" t="t" l="l"/>
              <a:pathLst>
                <a:path h="711200" w="1155700">
                  <a:moveTo>
                    <a:pt x="0" y="0"/>
                  </a:moveTo>
                  <a:lnTo>
                    <a:pt x="1155700" y="0"/>
                  </a:lnTo>
                  <a:lnTo>
                    <a:pt x="1155700" y="711200"/>
                  </a:lnTo>
                  <a:lnTo>
                    <a:pt x="0" y="71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94999"/>
              </a:blip>
              <a:stretch>
                <a:fillRect l="0" t="0" r="0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4898678" y="5147396"/>
            <a:ext cx="5442645" cy="4305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rtl="true" marL="0" indent="0" lvl="0">
              <a:lnSpc>
                <a:spcPts val="3569"/>
              </a:lnSpc>
              <a:spcBef>
                <a:spcPct val="0"/>
              </a:spcBef>
            </a:pPr>
            <a:r>
              <a:rPr lang="ar-EG" b="true" sz="2550" spc="7" strike="noStrike" u="none">
                <a:solidFill>
                  <a:srgbClr val="F5F3EE"/>
                </a:solidFill>
                <a:latin typeface="IBM Plex Sans Arabic Medium"/>
                <a:ea typeface="IBM Plex Sans Arabic Medium"/>
                <a:cs typeface="IBM Plex Sans Arabic Medium"/>
                <a:sym typeface="IBM Plex Sans Arabic Medium"/>
                <a:rtl val="true"/>
              </a:rPr>
              <a:t>نظام الترجمة الفورية لدروس وخُطب الحرمين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363595" y="6055881"/>
            <a:ext cx="402431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rtl="true" marL="0" indent="0" lvl="0">
              <a:lnSpc>
                <a:spcPts val="2520"/>
              </a:lnSpc>
              <a:spcBef>
                <a:spcPct val="0"/>
              </a:spcBef>
            </a:pPr>
            <a:r>
              <a:rPr lang="ar-EG" b="true" sz="1800" strike="noStrike" u="none">
                <a:solidFill>
                  <a:srgbClr val="E1BF75"/>
                </a:solidFill>
                <a:latin typeface="IBM Plex Sans Arabic Semi-Bold"/>
                <a:ea typeface="IBM Plex Sans Arabic Semi-Bold"/>
                <a:cs typeface="IBM Plex Sans Arabic Semi-Bold"/>
                <a:sym typeface="IBM Plex Sans Arabic Semi-Bold"/>
                <a:rtl val="true"/>
              </a:rPr>
              <a:t>أمين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308952" y="6055881"/>
            <a:ext cx="512564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rtl="true" marL="0" indent="0" lvl="0">
              <a:lnSpc>
                <a:spcPts val="2520"/>
              </a:lnSpc>
              <a:spcBef>
                <a:spcPct val="0"/>
              </a:spcBef>
            </a:pPr>
            <a:r>
              <a:rPr lang="ar-EG" b="true" sz="1800" strike="noStrike" u="none">
                <a:solidFill>
                  <a:srgbClr val="E1BF75"/>
                </a:solidFill>
                <a:latin typeface="IBM Plex Sans Arabic Semi-Bold"/>
                <a:ea typeface="IBM Plex Sans Arabic Semi-Bold"/>
                <a:cs typeface="IBM Plex Sans Arabic Semi-Bold"/>
                <a:sym typeface="IBM Plex Sans Arabic Semi-Bold"/>
                <a:rtl val="true"/>
              </a:rPr>
              <a:t>واضح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364436" y="6055881"/>
            <a:ext cx="512118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rtl="true" marL="0" indent="0" lvl="0">
              <a:lnSpc>
                <a:spcPts val="2520"/>
              </a:lnSpc>
              <a:spcBef>
                <a:spcPct val="0"/>
              </a:spcBef>
            </a:pPr>
            <a:r>
              <a:rPr lang="ar-EG" b="true" sz="1800" strike="noStrike" u="none">
                <a:solidFill>
                  <a:srgbClr val="E1BF75"/>
                </a:solidFill>
                <a:latin typeface="IBM Plex Sans Arabic Semi-Bold"/>
                <a:ea typeface="IBM Plex Sans Arabic Semi-Bold"/>
                <a:cs typeface="IBM Plex Sans Arabic Semi-Bold"/>
                <a:sym typeface="IBM Plex Sans Arabic Semi-Bold"/>
                <a:rtl val="true"/>
              </a:rPr>
              <a:t>بسيط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582966" y="7665625"/>
            <a:ext cx="1003548" cy="240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rtl="true" marL="0" indent="0" lvl="0">
              <a:lnSpc>
                <a:spcPts val="1995"/>
              </a:lnSpc>
              <a:spcBef>
                <a:spcPct val="0"/>
              </a:spcBef>
            </a:pPr>
            <a:r>
              <a:rPr lang="ar-EG" b="true" sz="1425" spc="12" strike="noStrike" u="none">
                <a:solidFill>
                  <a:srgbClr val="A9BCAE"/>
                </a:solidFill>
                <a:latin typeface="IBM Plex Sans Arabic Semi-Bold"/>
                <a:ea typeface="IBM Plex Sans Arabic Semi-Bold"/>
                <a:cs typeface="IBM Plex Sans Arabic Semi-Bold"/>
                <a:sym typeface="IBM Plex Sans Arabic Semi-Bold"/>
                <a:rtl val="true"/>
              </a:rPr>
              <a:t>هاكاثون هداية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63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3503" y="-63503"/>
            <a:ext cx="15366997" cy="8699497"/>
          </a:xfrm>
          <a:custGeom>
            <a:avLst/>
            <a:gdLst/>
            <a:ahLst/>
            <a:cxnLst/>
            <a:rect r="r" b="b" t="t" l="l"/>
            <a:pathLst>
              <a:path h="8699497" w="15366997">
                <a:moveTo>
                  <a:pt x="0" y="0"/>
                </a:moveTo>
                <a:lnTo>
                  <a:pt x="15366997" y="0"/>
                </a:lnTo>
                <a:lnTo>
                  <a:pt x="15366997" y="8699497"/>
                </a:lnTo>
                <a:lnTo>
                  <a:pt x="0" y="86994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90600" y="457200"/>
            <a:ext cx="771525" cy="476250"/>
            <a:chOff x="0" y="0"/>
            <a:chExt cx="1028700" cy="635000"/>
          </a:xfrm>
        </p:grpSpPr>
        <p:sp>
          <p:nvSpPr>
            <p:cNvPr name="Freeform 4" id="4" descr="هاكاثون هداية"/>
            <p:cNvSpPr/>
            <p:nvPr/>
          </p:nvSpPr>
          <p:spPr>
            <a:xfrm flipH="false" flipV="false" rot="0">
              <a:off x="0" y="0"/>
              <a:ext cx="1028700" cy="635000"/>
            </a:xfrm>
            <a:custGeom>
              <a:avLst/>
              <a:gdLst/>
              <a:ahLst/>
              <a:cxnLst/>
              <a:rect r="r" b="b" t="t" l="l"/>
              <a:pathLst>
                <a:path h="635000" w="1028700">
                  <a:moveTo>
                    <a:pt x="0" y="0"/>
                  </a:moveTo>
                  <a:lnTo>
                    <a:pt x="1028700" y="0"/>
                  </a:lnTo>
                  <a:lnTo>
                    <a:pt x="1028700" y="635000"/>
                  </a:lnTo>
                  <a:lnTo>
                    <a:pt x="0" y="635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6526635" y="5531987"/>
            <a:ext cx="82544" cy="4848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b="true" sz="2700">
                <a:solidFill>
                  <a:srgbClr val="F5F3EE"/>
                </a:solidFill>
                <a:latin typeface="IBM Plex Sans Arabic Medium"/>
                <a:ea typeface="IBM Plex Sans Arabic Medium"/>
                <a:cs typeface="IBM Plex Sans Arabic Medium"/>
                <a:sym typeface="IBM Plex Sans Arabic Medium"/>
              </a:rPr>
              <a:t>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504797" y="3135103"/>
            <a:ext cx="4230405" cy="2064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rtl="true">
              <a:lnSpc>
                <a:spcPts val="16859"/>
              </a:lnSpc>
            </a:pPr>
            <a:r>
              <a:rPr lang="ar-EG" b="true" sz="12042">
                <a:solidFill>
                  <a:srgbClr val="E1BF75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  <a:rtl val="true"/>
              </a:rPr>
              <a:t>المشكلة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028825" y="695325"/>
            <a:ext cx="10791825" cy="9525"/>
            <a:chOff x="0" y="0"/>
            <a:chExt cx="14389100" cy="127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389100" cy="12700"/>
            </a:xfrm>
            <a:custGeom>
              <a:avLst/>
              <a:gdLst/>
              <a:ahLst/>
              <a:cxnLst/>
              <a:rect r="r" b="b" t="t" l="l"/>
              <a:pathLst>
                <a:path h="12700" w="14389100">
                  <a:moveTo>
                    <a:pt x="0" y="12700"/>
                  </a:moveTo>
                  <a:lnTo>
                    <a:pt x="0" y="0"/>
                  </a:lnTo>
                  <a:lnTo>
                    <a:pt x="14389100" y="0"/>
                  </a:lnTo>
                  <a:lnTo>
                    <a:pt x="14389100" y="12700"/>
                  </a:lnTo>
                  <a:close/>
                </a:path>
              </a:pathLst>
            </a:custGeom>
            <a:solidFill>
              <a:srgbClr val="8A651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4389100" cy="50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5" id="5" descr="هاكاثون هداية"/>
          <p:cNvSpPr/>
          <p:nvPr/>
        </p:nvSpPr>
        <p:spPr>
          <a:xfrm flipH="false" flipV="false" rot="0">
            <a:off x="990600" y="457200"/>
            <a:ext cx="771525" cy="476250"/>
          </a:xfrm>
          <a:custGeom>
            <a:avLst/>
            <a:gdLst/>
            <a:ahLst/>
            <a:cxnLst/>
            <a:rect r="r" b="b" t="t" l="l"/>
            <a:pathLst>
              <a:path h="476250" w="771525">
                <a:moveTo>
                  <a:pt x="0" y="0"/>
                </a:moveTo>
                <a:lnTo>
                  <a:pt x="771525" y="0"/>
                </a:lnTo>
                <a:lnTo>
                  <a:pt x="771525" y="476250"/>
                </a:lnTo>
                <a:lnTo>
                  <a:pt x="0" y="4762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18" r="0" b="-118"/>
            </a:stretch>
          </a:blipFill>
        </p:spPr>
      </p:sp>
      <p:sp>
        <p:nvSpPr>
          <p:cNvPr name="Freeform 6" id="6" descr="مُعين"/>
          <p:cNvSpPr/>
          <p:nvPr/>
        </p:nvSpPr>
        <p:spPr>
          <a:xfrm flipH="false" flipV="false" rot="0">
            <a:off x="13049822" y="324888"/>
            <a:ext cx="1233268" cy="767296"/>
          </a:xfrm>
          <a:custGeom>
            <a:avLst/>
            <a:gdLst/>
            <a:ahLst/>
            <a:cxnLst/>
            <a:rect r="r" b="b" t="t" l="l"/>
            <a:pathLst>
              <a:path h="767296" w="1233268">
                <a:moveTo>
                  <a:pt x="0" y="0"/>
                </a:moveTo>
                <a:lnTo>
                  <a:pt x="1233268" y="0"/>
                </a:lnTo>
                <a:lnTo>
                  <a:pt x="1233268" y="767296"/>
                </a:lnTo>
                <a:lnTo>
                  <a:pt x="0" y="76729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291" t="0" r="-291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579951" y="2047875"/>
            <a:ext cx="9707549" cy="2028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15675"/>
              </a:lnSpc>
            </a:pPr>
            <a:r>
              <a:rPr lang="en-US" b="true" sz="14250">
                <a:solidFill>
                  <a:srgbClr val="C0912D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</a:rPr>
              <a:t>170</a:t>
            </a:r>
            <a:r>
              <a:rPr lang="ar-EG" b="true" sz="14250">
                <a:solidFill>
                  <a:srgbClr val="C0912D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  <a:rtl val="true"/>
              </a:rPr>
              <a:t>+ جنسية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857500" y="4076700"/>
            <a:ext cx="11430000" cy="675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 marL="0" indent="0" lvl="0">
              <a:lnSpc>
                <a:spcPts val="5467"/>
              </a:lnSpc>
              <a:spcBef>
                <a:spcPct val="0"/>
              </a:spcBef>
            </a:pPr>
            <a:r>
              <a:rPr lang="ar-EG" b="true" sz="4050" strike="noStrike" u="none">
                <a:solidFill>
                  <a:srgbClr val="1B2A20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  <a:rtl val="true"/>
              </a:rPr>
              <a:t>تزور الحرمين لأداء الحج والعمرة.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750425" y="5114925"/>
            <a:ext cx="11430000" cy="472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 marL="0" indent="0" lvl="0">
              <a:lnSpc>
                <a:spcPts val="3900"/>
              </a:lnSpc>
              <a:spcBef>
                <a:spcPct val="0"/>
              </a:spcBef>
            </a:pPr>
            <a:r>
              <a:rPr lang="ar-EG" b="true" sz="2600">
                <a:solidFill>
                  <a:srgbClr val="000000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  <a:rtl val="true"/>
              </a:rPr>
              <a:t>المملكة</a:t>
            </a:r>
            <a:r>
              <a:rPr lang="ar-EG" b="true" sz="2600">
                <a:solidFill>
                  <a:srgbClr val="000000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  <a:rtl val="true"/>
              </a:rPr>
              <a:t> تُحسن</a:t>
            </a:r>
            <a:r>
              <a:rPr lang="ar-EG" b="true" sz="2600" strike="noStrike" u="none">
                <a:solidFill>
                  <a:srgbClr val="000000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  <a:rtl val="true"/>
              </a:rPr>
              <a:t> ضيافتهم في كل شيء، إلا في ترجمة اللغة العربية.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274175" y="6013616"/>
            <a:ext cx="11906250" cy="563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 marL="0" indent="0" lvl="0">
              <a:lnSpc>
                <a:spcPts val="4620"/>
              </a:lnSpc>
              <a:spcBef>
                <a:spcPct val="0"/>
              </a:spcBef>
            </a:pPr>
            <a:r>
              <a:rPr lang="ar-EG" b="true" sz="3300" strike="noStrike" u="none">
                <a:solidFill>
                  <a:srgbClr val="C0912D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  <a:rtl val="true"/>
              </a:rPr>
              <a:t>وضيافةٌ لا يُفهم فيها ما يُقال —&gt; ضيافةٌ ناقصة.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667500" y="7677150"/>
            <a:ext cx="3941157" cy="2495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rtl="true">
              <a:lnSpc>
                <a:spcPts val="1995"/>
              </a:lnSpc>
            </a:pPr>
            <a:r>
              <a:rPr lang="ar-EG" sz="1425">
                <a:solidFill>
                  <a:srgbClr val="5D6B62"/>
                </a:solidFill>
                <a:latin typeface="Arimo"/>
                <a:ea typeface="Arimo"/>
                <a:cs typeface="Arimo"/>
                <a:sym typeface="Arimo"/>
                <a:rtl val="true"/>
              </a:rPr>
              <a:t>المصدر: هيئة الإحصاء — نشرة إحصاءات الحج </a:t>
            </a:r>
            <a:r>
              <a:rPr lang="en-US" sz="1425">
                <a:solidFill>
                  <a:srgbClr val="5D6B62"/>
                </a:solidFill>
                <a:latin typeface="Arimo"/>
                <a:ea typeface="Arimo"/>
                <a:cs typeface="Arimo"/>
                <a:sym typeface="Arimo"/>
              </a:rPr>
              <a:t>1446</a:t>
            </a:r>
            <a:r>
              <a:rPr lang="ar-EG" sz="1425">
                <a:solidFill>
                  <a:srgbClr val="5D6B62"/>
                </a:solidFill>
                <a:latin typeface="Arimo"/>
                <a:ea typeface="Arimo"/>
                <a:cs typeface="Arimo"/>
                <a:sym typeface="Arimo"/>
                <a:rtl val="true"/>
              </a:rPr>
              <a:t>هـ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028825" y="695325"/>
            <a:ext cx="10791825" cy="9525"/>
            <a:chOff x="0" y="0"/>
            <a:chExt cx="14389100" cy="127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389100" cy="12700"/>
            </a:xfrm>
            <a:custGeom>
              <a:avLst/>
              <a:gdLst/>
              <a:ahLst/>
              <a:cxnLst/>
              <a:rect r="r" b="b" t="t" l="l"/>
              <a:pathLst>
                <a:path h="12700" w="14389100">
                  <a:moveTo>
                    <a:pt x="0" y="12700"/>
                  </a:moveTo>
                  <a:lnTo>
                    <a:pt x="0" y="0"/>
                  </a:lnTo>
                  <a:lnTo>
                    <a:pt x="14389100" y="0"/>
                  </a:lnTo>
                  <a:lnTo>
                    <a:pt x="14389100" y="12700"/>
                  </a:lnTo>
                  <a:close/>
                </a:path>
              </a:pathLst>
            </a:custGeom>
            <a:solidFill>
              <a:srgbClr val="8A651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4389100" cy="50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5" id="5" descr="هاكاثون هداية"/>
          <p:cNvSpPr/>
          <p:nvPr/>
        </p:nvSpPr>
        <p:spPr>
          <a:xfrm flipH="false" flipV="false" rot="0">
            <a:off x="990600" y="457200"/>
            <a:ext cx="771525" cy="476250"/>
          </a:xfrm>
          <a:custGeom>
            <a:avLst/>
            <a:gdLst/>
            <a:ahLst/>
            <a:cxnLst/>
            <a:rect r="r" b="b" t="t" l="l"/>
            <a:pathLst>
              <a:path h="476250" w="771525">
                <a:moveTo>
                  <a:pt x="0" y="0"/>
                </a:moveTo>
                <a:lnTo>
                  <a:pt x="771525" y="0"/>
                </a:lnTo>
                <a:lnTo>
                  <a:pt x="771525" y="476250"/>
                </a:lnTo>
                <a:lnTo>
                  <a:pt x="0" y="4762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18" r="0" b="-118"/>
            </a:stretch>
          </a:blipFill>
        </p:spPr>
      </p:sp>
      <p:sp>
        <p:nvSpPr>
          <p:cNvPr name="Freeform 6" id="6" descr="مُعين"/>
          <p:cNvSpPr/>
          <p:nvPr/>
        </p:nvSpPr>
        <p:spPr>
          <a:xfrm flipH="false" flipV="false" rot="0">
            <a:off x="13049822" y="324888"/>
            <a:ext cx="1233268" cy="767296"/>
          </a:xfrm>
          <a:custGeom>
            <a:avLst/>
            <a:gdLst/>
            <a:ahLst/>
            <a:cxnLst/>
            <a:rect r="r" b="b" t="t" l="l"/>
            <a:pathLst>
              <a:path h="767296" w="1233268">
                <a:moveTo>
                  <a:pt x="0" y="0"/>
                </a:moveTo>
                <a:lnTo>
                  <a:pt x="1233268" y="0"/>
                </a:lnTo>
                <a:lnTo>
                  <a:pt x="1233268" y="767296"/>
                </a:lnTo>
                <a:lnTo>
                  <a:pt x="0" y="76729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291" t="0" r="-291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7610475" y="3381375"/>
            <a:ext cx="47625" cy="1905000"/>
            <a:chOff x="0" y="0"/>
            <a:chExt cx="63500" cy="2540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3500" cy="2540000"/>
            </a:xfrm>
            <a:custGeom>
              <a:avLst/>
              <a:gdLst/>
              <a:ahLst/>
              <a:cxnLst/>
              <a:rect r="r" b="b" t="t" l="l"/>
              <a:pathLst>
                <a:path h="2540000" w="63500">
                  <a:moveTo>
                    <a:pt x="0" y="0"/>
                  </a:moveTo>
                  <a:lnTo>
                    <a:pt x="63500" y="0"/>
                  </a:lnTo>
                  <a:lnTo>
                    <a:pt x="63500" y="2540000"/>
                  </a:lnTo>
                  <a:lnTo>
                    <a:pt x="0" y="2540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0912D">
                <a:alpha val="44706"/>
              </a:srgbClr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63500" cy="257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7905750" y="3324225"/>
            <a:ext cx="6096000" cy="990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39"/>
              </a:lnSpc>
            </a:pPr>
            <a:r>
              <a:rPr lang="en-US" sz="6450" b="true">
                <a:solidFill>
                  <a:srgbClr val="C0912D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</a:rPr>
              <a:t>+1.5 </a:t>
            </a:r>
            <a:r>
              <a:rPr lang="ar-EG" sz="6450" b="true">
                <a:solidFill>
                  <a:srgbClr val="C0912D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  <a:rtl val="true"/>
              </a:rPr>
              <a:t>مليون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905750" y="4531519"/>
            <a:ext cx="6096000" cy="338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2812"/>
              </a:lnSpc>
            </a:pPr>
            <a:r>
              <a:rPr lang="ar-EG" sz="1875">
                <a:solidFill>
                  <a:srgbClr val="5D6B62"/>
                </a:solidFill>
                <a:latin typeface="IBM Plex Sans Arabic"/>
                <a:ea typeface="IBM Plex Sans Arabic"/>
                <a:cs typeface="IBM Plex Sans Arabic"/>
                <a:sym typeface="IBM Plex Sans Arabic"/>
                <a:rtl val="true"/>
              </a:rPr>
              <a:t>حاجًّا وحاجّةً من </a:t>
            </a:r>
            <a:r>
              <a:rPr lang="ar-EG" b="true" sz="1875">
                <a:solidFill>
                  <a:srgbClr val="5D6B62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  <a:rtl val="true"/>
              </a:rPr>
              <a:t>خارج المملكة </a:t>
            </a:r>
            <a:r>
              <a:rPr lang="ar-EG" sz="1875">
                <a:solidFill>
                  <a:srgbClr val="5D6B62"/>
                </a:solidFill>
                <a:latin typeface="IBM Plex Sans Arabic"/>
                <a:ea typeface="IBM Plex Sans Arabic"/>
                <a:cs typeface="IBM Plex Sans Arabic"/>
                <a:sym typeface="IBM Plex Sans Arabic"/>
                <a:rtl val="true"/>
              </a:rPr>
              <a:t>في موسم حج </a:t>
            </a:r>
            <a:r>
              <a:rPr lang="en-US" sz="1875">
                <a:solidFill>
                  <a:srgbClr val="5D6B62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1445</a:t>
            </a:r>
            <a:r>
              <a:rPr lang="ar-EG" sz="1875">
                <a:solidFill>
                  <a:srgbClr val="5D6B62"/>
                </a:solidFill>
                <a:latin typeface="IBM Plex Sans Arabic"/>
                <a:ea typeface="IBM Plex Sans Arabic"/>
                <a:cs typeface="IBM Plex Sans Arabic"/>
                <a:sym typeface="IBM Plex Sans Arabic"/>
                <a:rtl val="true"/>
              </a:rPr>
              <a:t>هـ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33500" y="3324225"/>
            <a:ext cx="6096000" cy="990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39"/>
              </a:lnSpc>
            </a:pPr>
            <a:r>
              <a:rPr lang="en-US" sz="6450" b="true">
                <a:solidFill>
                  <a:srgbClr val="C0912D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</a:rPr>
              <a:t>+6.5 </a:t>
            </a:r>
            <a:r>
              <a:rPr lang="ar-EG" sz="6450" b="true">
                <a:solidFill>
                  <a:srgbClr val="C0912D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  <a:rtl val="true"/>
              </a:rPr>
              <a:t>مليون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33500" y="4531519"/>
            <a:ext cx="6096000" cy="338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2812"/>
              </a:lnSpc>
            </a:pPr>
            <a:r>
              <a:rPr lang="ar-EG" sz="1875">
                <a:solidFill>
                  <a:srgbClr val="5D6B62"/>
                </a:solidFill>
                <a:latin typeface="IBM Plex Sans Arabic"/>
                <a:ea typeface="IBM Plex Sans Arabic"/>
                <a:cs typeface="IBM Plex Sans Arabic"/>
                <a:sym typeface="IBM Plex Sans Arabic"/>
                <a:rtl val="true"/>
              </a:rPr>
              <a:t>معتمرًا من </a:t>
            </a:r>
            <a:r>
              <a:rPr lang="ar-EG" b="true" sz="1875">
                <a:solidFill>
                  <a:srgbClr val="5D6B62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  <a:rtl val="true"/>
              </a:rPr>
              <a:t>خارج المملكة </a:t>
            </a:r>
            <a:r>
              <a:rPr lang="ar-EG" sz="1875">
                <a:solidFill>
                  <a:srgbClr val="5D6B62"/>
                </a:solidFill>
                <a:latin typeface="IBM Plex Sans Arabic"/>
                <a:ea typeface="IBM Plex Sans Arabic"/>
                <a:cs typeface="IBM Plex Sans Arabic"/>
                <a:sym typeface="IBM Plex Sans Arabic"/>
                <a:rtl val="true"/>
              </a:rPr>
              <a:t>الربع الأول </a:t>
            </a:r>
            <a:r>
              <a:rPr lang="en-US" sz="1875">
                <a:solidFill>
                  <a:srgbClr val="5D6B62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2025</a:t>
            </a:r>
            <a:r>
              <a:rPr lang="ar-EG" sz="1875">
                <a:solidFill>
                  <a:srgbClr val="5D6B62"/>
                </a:solidFill>
                <a:latin typeface="IBM Plex Sans Arabic"/>
                <a:ea typeface="IBM Plex Sans Arabic"/>
                <a:cs typeface="IBM Plex Sans Arabic"/>
                <a:sym typeface="IBM Plex Sans Arabic"/>
                <a:rtl val="true"/>
              </a:rPr>
              <a:t> (في ثلاثة أشهر)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553742" y="5861805"/>
            <a:ext cx="4359478" cy="6889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5"/>
              </a:lnSpc>
            </a:pPr>
            <a:r>
              <a:rPr lang="en-US" b="true" sz="4003">
                <a:solidFill>
                  <a:srgbClr val="1B2A20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</a:rPr>
              <a:t> </a:t>
            </a:r>
            <a:r>
              <a:rPr lang="ar-EG" b="true" sz="4003">
                <a:solidFill>
                  <a:srgbClr val="1B2A20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  <a:rtl val="true"/>
              </a:rPr>
              <a:t>من دول غير عربية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-489625" y="5110355"/>
            <a:ext cx="9525000" cy="1975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 marL="0" indent="0" lvl="0">
              <a:lnSpc>
                <a:spcPts val="1715"/>
              </a:lnSpc>
              <a:spcBef>
                <a:spcPct val="0"/>
              </a:spcBef>
            </a:pPr>
            <a:r>
              <a:rPr lang="ar-EG" sz="1225" strike="noStrike" u="none">
                <a:solidFill>
                  <a:srgbClr val="000000"/>
                </a:solidFill>
                <a:latin typeface="IBM Plex Sans Arabic"/>
                <a:ea typeface="IBM Plex Sans Arabic"/>
                <a:cs typeface="IBM Plex Sans Arabic"/>
                <a:sym typeface="IBM Plex Sans Arabic"/>
                <a:rtl val="true"/>
              </a:rPr>
              <a:t>المصدر: </a:t>
            </a:r>
            <a:r>
              <a:rPr lang="ar-EG" sz="1225" strike="noStrike" u="sng">
                <a:solidFill>
                  <a:srgbClr val="000000"/>
                </a:solidFill>
                <a:latin typeface="IBM Plex Sans Arabic"/>
                <a:ea typeface="IBM Plex Sans Arabic"/>
                <a:cs typeface="IBM Plex Sans Arabic"/>
                <a:sym typeface="IBM Plex Sans Arabic"/>
                <a:hlinkClick r:id="rId6" tooltip="https://www.stats.gov.sa/ar/w/news/77"/>
                <a:rtl val="true"/>
              </a:rPr>
              <a:t>نشرة العمرة للربع الأول </a:t>
            </a:r>
            <a:r>
              <a:rPr lang="en-US" sz="1225" strike="noStrike" u="sng">
                <a:solidFill>
                  <a:srgbClr val="000000"/>
                </a:solidFill>
                <a:latin typeface="IBM Plex Sans Arabic"/>
                <a:ea typeface="IBM Plex Sans Arabic"/>
                <a:cs typeface="IBM Plex Sans Arabic"/>
                <a:sym typeface="IBM Plex Sans Arabic"/>
                <a:hlinkClick r:id="rId7" tooltip="https://www.stats.gov.sa/ar/w/news/77"/>
              </a:rPr>
              <a:t>2025</a:t>
            </a:r>
            <a:r>
              <a:rPr lang="ar-EG" sz="1225" strike="noStrike" u="sng">
                <a:solidFill>
                  <a:srgbClr val="000000"/>
                </a:solidFill>
                <a:latin typeface="IBM Plex Sans Arabic"/>
                <a:ea typeface="IBM Plex Sans Arabic"/>
                <a:cs typeface="IBM Plex Sans Arabic"/>
                <a:sym typeface="IBM Plex Sans Arabic"/>
                <a:hlinkClick r:id="rId8" tooltip="https://www.stats.gov.sa/ar/w/news/77"/>
                <a:rtl val="true"/>
              </a:rPr>
              <a:t>م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615731" y="5908030"/>
            <a:ext cx="1162457" cy="6889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5"/>
              </a:lnSpc>
            </a:pPr>
            <a:r>
              <a:rPr lang="en-US" b="true" sz="4003">
                <a:solidFill>
                  <a:srgbClr val="C0912D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</a:rPr>
              <a:t>78%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191250" y="5126858"/>
            <a:ext cx="9525000" cy="1975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1715"/>
              </a:lnSpc>
            </a:pPr>
            <a:r>
              <a:rPr lang="ar-EG" b="true" sz="1225">
                <a:solidFill>
                  <a:srgbClr val="000000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  <a:rtl val="true"/>
              </a:rPr>
              <a:t>المصدر</a:t>
            </a:r>
            <a:r>
              <a:rPr lang="ar-EG" sz="1225">
                <a:solidFill>
                  <a:srgbClr val="000000"/>
                </a:solidFill>
                <a:latin typeface="IBM Plex Sans Arabic"/>
                <a:ea typeface="IBM Plex Sans Arabic"/>
                <a:cs typeface="IBM Plex Sans Arabic"/>
                <a:sym typeface="IBM Plex Sans Arabic"/>
                <a:rtl val="true"/>
              </a:rPr>
              <a:t>:  </a:t>
            </a:r>
            <a:r>
              <a:rPr lang="ar-EG" sz="1225" u="sng">
                <a:solidFill>
                  <a:srgbClr val="000000"/>
                </a:solidFill>
                <a:latin typeface="IBM Plex Sans Arabic"/>
                <a:ea typeface="IBM Plex Sans Arabic"/>
                <a:cs typeface="IBM Plex Sans Arabic"/>
                <a:sym typeface="IBM Plex Sans Arabic"/>
                <a:hlinkClick r:id="rId9" tooltip="https://www.stats.gov.sa/ar/w/news/49"/>
                <a:rtl val="true"/>
              </a:rPr>
              <a:t>نشرة إحصاءات الحج </a:t>
            </a:r>
            <a:r>
              <a:rPr lang="en-US" sz="1225" u="sng">
                <a:solidFill>
                  <a:srgbClr val="000000"/>
                </a:solidFill>
                <a:latin typeface="IBM Plex Sans Arabic"/>
                <a:ea typeface="IBM Plex Sans Arabic"/>
                <a:cs typeface="IBM Plex Sans Arabic"/>
                <a:sym typeface="IBM Plex Sans Arabic"/>
                <a:hlinkClick r:id="rId10" tooltip="https://www.stats.gov.sa/ar/w/news/49"/>
              </a:rPr>
              <a:t>1445</a:t>
            </a:r>
            <a:r>
              <a:rPr lang="ar-EG" sz="1225" u="sng">
                <a:solidFill>
                  <a:srgbClr val="000000"/>
                </a:solidFill>
                <a:latin typeface="IBM Plex Sans Arabic"/>
                <a:ea typeface="IBM Plex Sans Arabic"/>
                <a:cs typeface="IBM Plex Sans Arabic"/>
                <a:sym typeface="IBM Plex Sans Arabic"/>
                <a:hlinkClick r:id="rId11" tooltip="https://www.stats.gov.sa/ar/w/news/49"/>
                <a:rtl val="true"/>
              </a:rPr>
              <a:t>هـ</a:t>
            </a:r>
            <a:r>
              <a:rPr lang="ar-EG" sz="1225">
                <a:solidFill>
                  <a:srgbClr val="000000"/>
                </a:solidFill>
                <a:latin typeface="IBM Plex Sans Arabic"/>
                <a:ea typeface="IBM Plex Sans Arabic"/>
                <a:cs typeface="IBM Plex Sans Arabic"/>
                <a:sym typeface="IBM Plex Sans Arabic"/>
                <a:rtl val="true"/>
              </a:rPr>
              <a:t>،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143250" y="6854183"/>
            <a:ext cx="9525000" cy="1975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1715"/>
              </a:lnSpc>
            </a:pPr>
            <a:r>
              <a:rPr lang="ar-EG" b="true" sz="1225">
                <a:solidFill>
                  <a:srgbClr val="000000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  <a:rtl val="true"/>
              </a:rPr>
              <a:t>المصدر</a:t>
            </a:r>
            <a:r>
              <a:rPr lang="ar-EG" sz="1225">
                <a:solidFill>
                  <a:srgbClr val="000000"/>
                </a:solidFill>
                <a:latin typeface="IBM Plex Sans Arabic"/>
                <a:ea typeface="IBM Plex Sans Arabic"/>
                <a:cs typeface="IBM Plex Sans Arabic"/>
                <a:sym typeface="IBM Plex Sans Arabic"/>
                <a:rtl val="true"/>
              </a:rPr>
              <a:t>:  هيئ</a:t>
            </a:r>
            <a:r>
              <a:rPr lang="ar-EG" sz="1225" u="none">
                <a:solidFill>
                  <a:srgbClr val="000000"/>
                </a:solidFill>
                <a:latin typeface="IBM Plex Sans Arabic"/>
                <a:ea typeface="IBM Plex Sans Arabic"/>
                <a:cs typeface="IBM Plex Sans Arabic"/>
                <a:sym typeface="IBM Plex Sans Arabic"/>
                <a:rtl val="true"/>
              </a:rPr>
              <a:t>ة </a:t>
            </a:r>
            <a:r>
              <a:rPr lang="ar-EG" sz="1225">
                <a:solidFill>
                  <a:srgbClr val="000000"/>
                </a:solidFill>
                <a:latin typeface="IBM Plex Sans Arabic"/>
                <a:ea typeface="IBM Plex Sans Arabic"/>
                <a:cs typeface="IBM Plex Sans Arabic"/>
                <a:sym typeface="IBM Plex Sans Arabic"/>
                <a:rtl val="true"/>
              </a:rPr>
              <a:t>ال</a:t>
            </a:r>
            <a:r>
              <a:rPr lang="ar-EG" sz="1225" u="none">
                <a:solidFill>
                  <a:srgbClr val="000000"/>
                </a:solidFill>
                <a:latin typeface="IBM Plex Sans Arabic"/>
                <a:ea typeface="IBM Plex Sans Arabic"/>
                <a:cs typeface="IBM Plex Sans Arabic"/>
                <a:sym typeface="IBM Plex Sans Arabic"/>
                <a:rtl val="true"/>
              </a:rPr>
              <a:t>إحصاء </a:t>
            </a:r>
            <a:r>
              <a:rPr lang="ar-EG" sz="1225">
                <a:solidFill>
                  <a:srgbClr val="000000"/>
                </a:solidFill>
                <a:latin typeface="IBM Plex Sans Arabic"/>
                <a:ea typeface="IBM Plex Sans Arabic"/>
                <a:cs typeface="IBM Plex Sans Arabic"/>
                <a:sym typeface="IBM Plex Sans Arabic"/>
                <a:rtl val="true"/>
              </a:rPr>
              <a:t>— </a:t>
            </a:r>
            <a:r>
              <a:rPr lang="ar-EG" sz="1225" u="sng">
                <a:solidFill>
                  <a:srgbClr val="000000"/>
                </a:solidFill>
                <a:latin typeface="IBM Plex Sans Arabic"/>
                <a:ea typeface="IBM Plex Sans Arabic"/>
                <a:cs typeface="IBM Plex Sans Arabic"/>
                <a:sym typeface="IBM Plex Sans Arabic"/>
                <a:hlinkClick r:id="rId12" tooltip="https://www.stats.gov.sa/ar/w/-%D9%87%D9%8A%D8%A6%D8%A9-%D8%A7%D9%84%D8%A5%D8%AD%D8%B5%D8%A7%D8%A1-%D8%A5%D8%AC%D9%85%D8%A7%D9%84%D9%8A-%D8%A3%D8%B9%D8%AF%D8%A7%D8%AF-%D8%A7%D9%84%D8%AD%D8%AC%D8%A7%D8%AC-%D9%84%D9%85%D9%88%D8%B3%D9%85-%D8%AD%D8%AC-1445%D9%87%D9%80-%D8%A8%D9%84%D8%BA-1"/>
                <a:rtl val="true"/>
              </a:rPr>
              <a:t>بيان موسم حج </a:t>
            </a:r>
            <a:r>
              <a:rPr lang="en-US" sz="1225" u="sng">
                <a:solidFill>
                  <a:srgbClr val="000000"/>
                </a:solidFill>
                <a:latin typeface="IBM Plex Sans Arabic"/>
                <a:ea typeface="IBM Plex Sans Arabic"/>
                <a:cs typeface="IBM Plex Sans Arabic"/>
                <a:sym typeface="IBM Plex Sans Arabic"/>
                <a:hlinkClick r:id="rId13" tooltip="https://www.stats.gov.sa/ar/w/-%D9%87%D9%8A%D8%A6%D8%A9-%D8%A7%D9%84%D8%A5%D8%AD%D8%B5%D8%A7%D8%A1-%D8%A5%D8%AC%D9%85%D8%A7%D9%84%D9%8A-%D8%A3%D8%B9%D8%AF%D8%A7%D8%AF-%D8%A7%D9%84%D8%AD%D8%AC%D8%A7%D8%AC-%D9%84%D9%85%D9%88%D8%B3%D9%85-%D8%AD%D8%AC-1445%D9%87%D9%80-%D8%A8%D9%84%D8%BA-1"/>
              </a:rPr>
              <a:t>1446</a:t>
            </a:r>
            <a:r>
              <a:rPr lang="ar-EG" sz="1225" u="sng">
                <a:solidFill>
                  <a:srgbClr val="000000"/>
                </a:solidFill>
                <a:latin typeface="IBM Plex Sans Arabic"/>
                <a:ea typeface="IBM Plex Sans Arabic"/>
                <a:cs typeface="IBM Plex Sans Arabic"/>
                <a:sym typeface="IBM Plex Sans Arabic"/>
                <a:hlinkClick r:id="rId14" tooltip="https://www.stats.gov.sa/ar/w/-%D9%87%D9%8A%D8%A6%D8%A9-%D8%A7%D9%84%D8%A5%D8%AD%D8%B5%D8%A7%D8%A1-%D8%A5%D8%AC%D9%85%D8%A7%D9%84%D9%8A-%D8%A3%D8%B9%D8%AF%D8%A7%D8%AF-%D8%A7%D9%84%D8%AD%D8%AC%D8%A7%D8%AC-%D9%84%D9%85%D9%88%D8%B3%D9%85-%D8%AD%D8%AC-1445%D9%87%D9%80-%D8%A8%D9%84%D8%BA-1"/>
                <a:rtl val="true"/>
              </a:rPr>
              <a:t>هـ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63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3503" y="-63503"/>
            <a:ext cx="15366997" cy="8699497"/>
          </a:xfrm>
          <a:custGeom>
            <a:avLst/>
            <a:gdLst/>
            <a:ahLst/>
            <a:cxnLst/>
            <a:rect r="r" b="b" t="t" l="l"/>
            <a:pathLst>
              <a:path h="8699497" w="15366997">
                <a:moveTo>
                  <a:pt x="0" y="0"/>
                </a:moveTo>
                <a:lnTo>
                  <a:pt x="15366997" y="0"/>
                </a:lnTo>
                <a:lnTo>
                  <a:pt x="15366997" y="8699497"/>
                </a:lnTo>
                <a:lnTo>
                  <a:pt x="0" y="86994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90600" y="457200"/>
            <a:ext cx="771525" cy="476250"/>
            <a:chOff x="0" y="0"/>
            <a:chExt cx="1028700" cy="635000"/>
          </a:xfrm>
        </p:grpSpPr>
        <p:sp>
          <p:nvSpPr>
            <p:cNvPr name="Freeform 4" id="4" descr="هاكاثون هداية"/>
            <p:cNvSpPr/>
            <p:nvPr/>
          </p:nvSpPr>
          <p:spPr>
            <a:xfrm flipH="false" flipV="false" rot="0">
              <a:off x="0" y="0"/>
              <a:ext cx="1028700" cy="635000"/>
            </a:xfrm>
            <a:custGeom>
              <a:avLst/>
              <a:gdLst/>
              <a:ahLst/>
              <a:cxnLst/>
              <a:rect r="r" b="b" t="t" l="l"/>
              <a:pathLst>
                <a:path h="635000" w="1028700">
                  <a:moveTo>
                    <a:pt x="0" y="0"/>
                  </a:moveTo>
                  <a:lnTo>
                    <a:pt x="1028700" y="0"/>
                  </a:lnTo>
                  <a:lnTo>
                    <a:pt x="1028700" y="635000"/>
                  </a:lnTo>
                  <a:lnTo>
                    <a:pt x="0" y="635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6526635" y="5531987"/>
            <a:ext cx="82544" cy="4848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b="true" sz="2700">
                <a:solidFill>
                  <a:srgbClr val="F5F3EE"/>
                </a:solidFill>
                <a:latin typeface="IBM Plex Sans Arabic Medium"/>
                <a:ea typeface="IBM Plex Sans Arabic Medium"/>
                <a:cs typeface="IBM Plex Sans Arabic Medium"/>
                <a:sym typeface="IBM Plex Sans Arabic Medium"/>
              </a:rPr>
              <a:t>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355925" y="3135103"/>
            <a:ext cx="8528150" cy="2064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rtl="true">
              <a:lnSpc>
                <a:spcPts val="16859"/>
              </a:lnSpc>
            </a:pPr>
            <a:r>
              <a:rPr lang="ar-EG" b="true" sz="12042">
                <a:solidFill>
                  <a:srgbClr val="E1BF75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  <a:rtl val="true"/>
              </a:rPr>
              <a:t>الحلول الحالية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028825" y="695325"/>
            <a:ext cx="10791825" cy="9525"/>
            <a:chOff x="0" y="0"/>
            <a:chExt cx="10791825" cy="95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791825" cy="9525"/>
            </a:xfrm>
            <a:custGeom>
              <a:avLst/>
              <a:gdLst/>
              <a:ahLst/>
              <a:cxnLst/>
              <a:rect r="r" b="b" t="t" l="l"/>
              <a:pathLst>
                <a:path h="9525" w="10791825">
                  <a:moveTo>
                    <a:pt x="0" y="9525"/>
                  </a:moveTo>
                  <a:lnTo>
                    <a:pt x="0" y="0"/>
                  </a:lnTo>
                  <a:lnTo>
                    <a:pt x="10791825" y="0"/>
                  </a:lnTo>
                  <a:lnTo>
                    <a:pt x="10791825" y="9525"/>
                  </a:lnTo>
                  <a:close/>
                </a:path>
              </a:pathLst>
            </a:custGeom>
            <a:solidFill>
              <a:srgbClr val="8A6516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3049822" y="324888"/>
            <a:ext cx="1233268" cy="767296"/>
          </a:xfrm>
          <a:custGeom>
            <a:avLst/>
            <a:gdLst/>
            <a:ahLst/>
            <a:cxnLst/>
            <a:rect r="r" b="b" t="t" l="l"/>
            <a:pathLst>
              <a:path h="767296" w="1233268">
                <a:moveTo>
                  <a:pt x="0" y="0"/>
                </a:moveTo>
                <a:lnTo>
                  <a:pt x="1233268" y="0"/>
                </a:lnTo>
                <a:lnTo>
                  <a:pt x="1233268" y="767296"/>
                </a:lnTo>
                <a:lnTo>
                  <a:pt x="0" y="76729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990600" y="457200"/>
            <a:ext cx="771525" cy="476250"/>
            <a:chOff x="0" y="0"/>
            <a:chExt cx="1028700" cy="635000"/>
          </a:xfrm>
        </p:grpSpPr>
        <p:sp>
          <p:nvSpPr>
            <p:cNvPr name="Freeform 6" id="6" descr="هاكاثون هداية"/>
            <p:cNvSpPr/>
            <p:nvPr/>
          </p:nvSpPr>
          <p:spPr>
            <a:xfrm flipH="false" flipV="false" rot="0">
              <a:off x="0" y="0"/>
              <a:ext cx="1028700" cy="635000"/>
            </a:xfrm>
            <a:custGeom>
              <a:avLst/>
              <a:gdLst/>
              <a:ahLst/>
              <a:cxnLst/>
              <a:rect r="r" b="b" t="t" l="l"/>
              <a:pathLst>
                <a:path h="635000" w="1028700">
                  <a:moveTo>
                    <a:pt x="0" y="0"/>
                  </a:moveTo>
                  <a:lnTo>
                    <a:pt x="1028700" y="0"/>
                  </a:lnTo>
                  <a:lnTo>
                    <a:pt x="1028700" y="635000"/>
                  </a:lnTo>
                  <a:lnTo>
                    <a:pt x="0" y="635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990600" y="5467350"/>
            <a:ext cx="13258800" cy="9525"/>
            <a:chOff x="0" y="0"/>
            <a:chExt cx="13258800" cy="952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3258800" cy="9525"/>
            </a:xfrm>
            <a:custGeom>
              <a:avLst/>
              <a:gdLst/>
              <a:ahLst/>
              <a:cxnLst/>
              <a:rect r="r" b="b" t="t" l="l"/>
              <a:pathLst>
                <a:path h="9525" w="13258800">
                  <a:moveTo>
                    <a:pt x="0" y="0"/>
                  </a:moveTo>
                  <a:lnTo>
                    <a:pt x="13258800" y="0"/>
                  </a:lnTo>
                  <a:lnTo>
                    <a:pt x="13258800" y="9525"/>
                  </a:lnTo>
                  <a:lnTo>
                    <a:pt x="0" y="9525"/>
                  </a:lnTo>
                  <a:close/>
                </a:path>
              </a:pathLst>
            </a:custGeom>
            <a:solidFill>
              <a:srgbClr val="C0912D">
                <a:alpha val="7451"/>
              </a:srgbClr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7733577" y="3646646"/>
            <a:ext cx="59617" cy="344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>
                <a:solidFill>
                  <a:srgbClr val="5D6B62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277198" y="5207003"/>
            <a:ext cx="59617" cy="344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>
                <a:solidFill>
                  <a:srgbClr val="5D6B62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 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90600" y="3857611"/>
            <a:ext cx="13258800" cy="9525"/>
            <a:chOff x="0" y="0"/>
            <a:chExt cx="13258800" cy="952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258800" cy="9525"/>
            </a:xfrm>
            <a:custGeom>
              <a:avLst/>
              <a:gdLst/>
              <a:ahLst/>
              <a:cxnLst/>
              <a:rect r="r" b="b" t="t" l="l"/>
              <a:pathLst>
                <a:path h="9525" w="13258800">
                  <a:moveTo>
                    <a:pt x="0" y="0"/>
                  </a:moveTo>
                  <a:lnTo>
                    <a:pt x="13258800" y="0"/>
                  </a:lnTo>
                  <a:lnTo>
                    <a:pt x="13258800" y="9525"/>
                  </a:lnTo>
                  <a:lnTo>
                    <a:pt x="0" y="9525"/>
                  </a:lnTo>
                  <a:close/>
                </a:path>
              </a:pathLst>
            </a:custGeom>
            <a:solidFill>
              <a:srgbClr val="C0912D">
                <a:alpha val="7451"/>
              </a:srgbClr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6795748" y="2611710"/>
            <a:ext cx="7092582" cy="462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3884"/>
              </a:lnSpc>
            </a:pPr>
            <a:r>
              <a:rPr lang="en-US" b="true" sz="2775" spc="122">
                <a:solidFill>
                  <a:srgbClr val="1B2A20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</a:rPr>
              <a:t>1</a:t>
            </a:r>
            <a:r>
              <a:rPr lang="ar-EG" b="true" sz="2775" spc="122">
                <a:solidFill>
                  <a:srgbClr val="1B2A20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  <a:rtl val="true"/>
              </a:rPr>
              <a:t>- ترجمة خطبة الجمعة (تُبث عبر الراديو فقط)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358532" y="4076153"/>
            <a:ext cx="9580184" cy="462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3884"/>
              </a:lnSpc>
            </a:pPr>
            <a:r>
              <a:rPr lang="en-US" b="true" sz="2775">
                <a:solidFill>
                  <a:srgbClr val="1B2A20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</a:rPr>
              <a:t>2</a:t>
            </a:r>
            <a:r>
              <a:rPr lang="ar-EG" b="true" sz="2775">
                <a:solidFill>
                  <a:srgbClr val="1B2A20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  <a:rtl val="true"/>
              </a:rPr>
              <a:t>- ترجمة الدروس الشهرية</a:t>
            </a:r>
            <a:r>
              <a:rPr lang="ar-EG" b="true" sz="2775">
                <a:solidFill>
                  <a:srgbClr val="1B2A20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  <a:rtl val="true"/>
              </a:rPr>
              <a:t> المجدولة (تُبث عبر منصات التواصل )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028825" y="4613201"/>
            <a:ext cx="11970003" cy="3219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rtl="true" marL="0" indent="0" lvl="0">
              <a:lnSpc>
                <a:spcPts val="2729"/>
              </a:lnSpc>
              <a:spcBef>
                <a:spcPct val="0"/>
              </a:spcBef>
            </a:pPr>
            <a:r>
              <a:rPr lang="ar-EG" sz="1950" strike="noStrike" u="none">
                <a:solidFill>
                  <a:srgbClr val="5D6B62"/>
                </a:solidFill>
                <a:latin typeface="IBM Plex Sans Arabic"/>
                <a:ea typeface="IBM Plex Sans Arabic"/>
                <a:cs typeface="IBM Plex Sans Arabic"/>
                <a:sym typeface="IBM Plex Sans Arabic"/>
                <a:rtl val="true"/>
              </a:rPr>
              <a:t>مشروع خادم الحرمين الشريفين للترجمة الفورية لخطب ودروس الحرمين.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672306" y="3097516"/>
            <a:ext cx="7089400" cy="3219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rtl="true" marL="0" indent="0" lvl="0">
              <a:lnSpc>
                <a:spcPts val="2729"/>
              </a:lnSpc>
              <a:spcBef>
                <a:spcPct val="0"/>
              </a:spcBef>
            </a:pPr>
            <a:r>
              <a:rPr lang="ar-EG" sz="1950" strike="noStrike" u="none">
                <a:solidFill>
                  <a:srgbClr val="5D6B62"/>
                </a:solidFill>
                <a:latin typeface="IBM Plex Sans Arabic"/>
                <a:ea typeface="IBM Plex Sans Arabic"/>
                <a:cs typeface="IBM Plex Sans Arabic"/>
                <a:sym typeface="IBM Plex Sans Arabic"/>
                <a:rtl val="true"/>
              </a:rPr>
              <a:t>تُبثّ عبر منارة الحرمين وبوابة القاصد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620485" y="5675157"/>
            <a:ext cx="9999029" cy="1313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5316"/>
              </a:lnSpc>
            </a:pPr>
            <a:r>
              <a:rPr lang="ar-EG" b="true" sz="3797" spc="167">
                <a:solidFill>
                  <a:srgbClr val="1A1A1A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  <a:rtl val="true"/>
              </a:rPr>
              <a:t>الفجوة الحالية: </a:t>
            </a:r>
          </a:p>
          <a:p>
            <a:pPr algn="ctr" rtl="true" marL="0" indent="0" lvl="0">
              <a:lnSpc>
                <a:spcPts val="5316"/>
              </a:lnSpc>
              <a:spcBef>
                <a:spcPct val="0"/>
              </a:spcBef>
            </a:pPr>
            <a:r>
              <a:rPr lang="ar-EG" b="true" sz="3797" spc="167">
                <a:solidFill>
                  <a:srgbClr val="1A1A1A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  <a:rtl val="true"/>
              </a:rPr>
              <a:t>عدم وجود </a:t>
            </a:r>
            <a:r>
              <a:rPr lang="ar-EG" b="true" sz="3797" spc="167">
                <a:solidFill>
                  <a:srgbClr val="1A1A1A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  <a:rtl val="true"/>
              </a:rPr>
              <a:t>ترجمة حُرة غير مرتبطة براديو او منصة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945593" y="7197956"/>
            <a:ext cx="9348815" cy="669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 marL="0" indent="0" lvl="0">
              <a:lnSpc>
                <a:spcPts val="5596"/>
              </a:lnSpc>
              <a:spcBef>
                <a:spcPct val="0"/>
              </a:spcBef>
            </a:pPr>
            <a:r>
              <a:rPr lang="ar-EG" b="true" sz="3997" spc="175">
                <a:solidFill>
                  <a:srgbClr val="C0912D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  <a:rtl val="true"/>
              </a:rPr>
              <a:t>وهنا يأتي معين   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-1297085" y="4700843"/>
            <a:ext cx="8547358" cy="2378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rtl="true" marL="0" indent="0" lvl="0">
              <a:lnSpc>
                <a:spcPts val="1949"/>
              </a:lnSpc>
              <a:spcBef>
                <a:spcPct val="0"/>
              </a:spcBef>
            </a:pPr>
            <a:r>
              <a:rPr lang="ar-EG" sz="1392" u="sng">
                <a:solidFill>
                  <a:srgbClr val="5D6B62"/>
                </a:solidFill>
                <a:latin typeface="IBM Plex Sans Arabic"/>
                <a:ea typeface="IBM Plex Sans Arabic"/>
                <a:cs typeface="IBM Plex Sans Arabic"/>
                <a:sym typeface="IBM Plex Sans Arabic"/>
                <a:hlinkClick r:id="rId6" tooltip="https://www.spa.gov.sa/w1888940"/>
                <a:rtl val="true"/>
              </a:rPr>
              <a:t>المصدر: وكالة الأنباء السعودية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63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3503" y="-63503"/>
            <a:ext cx="15366997" cy="8699497"/>
          </a:xfrm>
          <a:custGeom>
            <a:avLst/>
            <a:gdLst/>
            <a:ahLst/>
            <a:cxnLst/>
            <a:rect r="r" b="b" t="t" l="l"/>
            <a:pathLst>
              <a:path h="8699497" w="15366997">
                <a:moveTo>
                  <a:pt x="0" y="0"/>
                </a:moveTo>
                <a:lnTo>
                  <a:pt x="15366997" y="0"/>
                </a:lnTo>
                <a:lnTo>
                  <a:pt x="15366997" y="8699497"/>
                </a:lnTo>
                <a:lnTo>
                  <a:pt x="0" y="86994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90600" y="457200"/>
            <a:ext cx="771525" cy="476250"/>
            <a:chOff x="0" y="0"/>
            <a:chExt cx="1028700" cy="635000"/>
          </a:xfrm>
        </p:grpSpPr>
        <p:sp>
          <p:nvSpPr>
            <p:cNvPr name="Freeform 4" id="4" descr="هاكاثون هداية"/>
            <p:cNvSpPr/>
            <p:nvPr/>
          </p:nvSpPr>
          <p:spPr>
            <a:xfrm flipH="false" flipV="false" rot="0">
              <a:off x="0" y="0"/>
              <a:ext cx="1028700" cy="635000"/>
            </a:xfrm>
            <a:custGeom>
              <a:avLst/>
              <a:gdLst/>
              <a:ahLst/>
              <a:cxnLst/>
              <a:rect r="r" b="b" t="t" l="l"/>
              <a:pathLst>
                <a:path h="635000" w="1028700">
                  <a:moveTo>
                    <a:pt x="0" y="0"/>
                  </a:moveTo>
                  <a:lnTo>
                    <a:pt x="1028700" y="0"/>
                  </a:lnTo>
                  <a:lnTo>
                    <a:pt x="1028700" y="635000"/>
                  </a:lnTo>
                  <a:lnTo>
                    <a:pt x="0" y="635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6526635" y="5531987"/>
            <a:ext cx="82544" cy="4848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b="true" sz="2700">
                <a:solidFill>
                  <a:srgbClr val="F5F3EE"/>
                </a:solidFill>
                <a:latin typeface="IBM Plex Sans Arabic Medium"/>
                <a:ea typeface="IBM Plex Sans Arabic Medium"/>
                <a:cs typeface="IBM Plex Sans Arabic Medium"/>
                <a:sym typeface="IBM Plex Sans Arabic Medium"/>
              </a:rPr>
              <a:t>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146363" y="3135103"/>
            <a:ext cx="2947264" cy="2064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rtl="true">
              <a:lnSpc>
                <a:spcPts val="16859"/>
              </a:lnSpc>
            </a:pPr>
            <a:r>
              <a:rPr lang="ar-EG" b="true" sz="12042">
                <a:solidFill>
                  <a:srgbClr val="E1BF75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  <a:rtl val="true"/>
              </a:rPr>
              <a:t>الحل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63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3503" y="-63503"/>
            <a:ext cx="15366997" cy="8699497"/>
          </a:xfrm>
          <a:custGeom>
            <a:avLst/>
            <a:gdLst/>
            <a:ahLst/>
            <a:cxnLst/>
            <a:rect r="r" b="b" t="t" l="l"/>
            <a:pathLst>
              <a:path h="8699497" w="15366997">
                <a:moveTo>
                  <a:pt x="0" y="0"/>
                </a:moveTo>
                <a:lnTo>
                  <a:pt x="15366997" y="0"/>
                </a:lnTo>
                <a:lnTo>
                  <a:pt x="15366997" y="8699497"/>
                </a:lnTo>
                <a:lnTo>
                  <a:pt x="0" y="86994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90600" y="457200"/>
            <a:ext cx="771525" cy="476250"/>
            <a:chOff x="0" y="0"/>
            <a:chExt cx="1028700" cy="635000"/>
          </a:xfrm>
        </p:grpSpPr>
        <p:sp>
          <p:nvSpPr>
            <p:cNvPr name="Freeform 4" id="4" descr="هاكاثون هداية"/>
            <p:cNvSpPr/>
            <p:nvPr/>
          </p:nvSpPr>
          <p:spPr>
            <a:xfrm flipH="false" flipV="false" rot="0">
              <a:off x="0" y="0"/>
              <a:ext cx="1028700" cy="635000"/>
            </a:xfrm>
            <a:custGeom>
              <a:avLst/>
              <a:gdLst/>
              <a:ahLst/>
              <a:cxnLst/>
              <a:rect r="r" b="b" t="t" l="l"/>
              <a:pathLst>
                <a:path h="635000" w="1028700">
                  <a:moveTo>
                    <a:pt x="0" y="0"/>
                  </a:moveTo>
                  <a:lnTo>
                    <a:pt x="1028700" y="0"/>
                  </a:lnTo>
                  <a:lnTo>
                    <a:pt x="1028700" y="635000"/>
                  </a:lnTo>
                  <a:lnTo>
                    <a:pt x="0" y="635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6346784" y="5755040"/>
            <a:ext cx="4421172" cy="2486809"/>
            <a:chOff x="0" y="0"/>
            <a:chExt cx="5894896" cy="3315745"/>
          </a:xfrm>
        </p:grpSpPr>
        <p:sp>
          <p:nvSpPr>
            <p:cNvPr name="Freeform 6" id="6"/>
            <p:cNvSpPr/>
            <p:nvPr/>
          </p:nvSpPr>
          <p:spPr>
            <a:xfrm flipH="false" flipV="false" rot="-8946405">
              <a:off x="364935" y="352160"/>
              <a:ext cx="1910437" cy="1949425"/>
            </a:xfrm>
            <a:custGeom>
              <a:avLst/>
              <a:gdLst/>
              <a:ahLst/>
              <a:cxnLst/>
              <a:rect r="r" b="b" t="t" l="l"/>
              <a:pathLst>
                <a:path h="1949425" w="1910437">
                  <a:moveTo>
                    <a:pt x="0" y="0"/>
                  </a:moveTo>
                  <a:lnTo>
                    <a:pt x="1910437" y="0"/>
                  </a:lnTo>
                  <a:lnTo>
                    <a:pt x="1910437" y="1949426"/>
                  </a:lnTo>
                  <a:lnTo>
                    <a:pt x="0" y="19494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2597806" y="349025"/>
              <a:ext cx="1918161" cy="2596870"/>
            </a:xfrm>
            <a:custGeom>
              <a:avLst/>
              <a:gdLst/>
              <a:ahLst/>
              <a:cxnLst/>
              <a:rect r="r" b="b" t="t" l="l"/>
              <a:pathLst>
                <a:path h="2596870" w="1918161">
                  <a:moveTo>
                    <a:pt x="0" y="0"/>
                  </a:moveTo>
                  <a:lnTo>
                    <a:pt x="1918161" y="0"/>
                  </a:lnTo>
                  <a:lnTo>
                    <a:pt x="1918161" y="2596870"/>
                  </a:lnTo>
                  <a:lnTo>
                    <a:pt x="0" y="25968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74119" t="0" r="-7429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2052216" y="129020"/>
              <a:ext cx="660489" cy="660489"/>
            </a:xfrm>
            <a:custGeom>
              <a:avLst/>
              <a:gdLst/>
              <a:ahLst/>
              <a:cxnLst/>
              <a:rect r="r" b="b" t="t" l="l"/>
              <a:pathLst>
                <a:path h="660489" w="660489">
                  <a:moveTo>
                    <a:pt x="0" y="0"/>
                  </a:moveTo>
                  <a:lnTo>
                    <a:pt x="660489" y="0"/>
                  </a:lnTo>
                  <a:lnTo>
                    <a:pt x="660489" y="660489"/>
                  </a:lnTo>
                  <a:lnTo>
                    <a:pt x="0" y="6604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 rot="0">
              <a:off x="1243248" y="2854642"/>
              <a:ext cx="4651647" cy="4611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 rtl="true">
                <a:lnSpc>
                  <a:spcPts val="2988"/>
                </a:lnSpc>
              </a:pPr>
              <a:r>
                <a:rPr lang="ar-EG" b="true" sz="2134" spc="6">
                  <a:solidFill>
                    <a:srgbClr val="F5F3EE"/>
                  </a:solidFill>
                  <a:latin typeface="IBM Plex Sans Arabic Bold"/>
                  <a:ea typeface="IBM Plex Sans Arabic Bold"/>
                  <a:cs typeface="IBM Plex Sans Arabic Bold"/>
                  <a:sym typeface="IBM Plex Sans Arabic Bold"/>
                  <a:rtl val="true"/>
                </a:rPr>
                <a:t>محطات استلام وتسليم الأجهزة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5658631" y="4808111"/>
            <a:ext cx="3922728" cy="4837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rtl="true" marL="0" indent="0" lvl="0">
              <a:lnSpc>
                <a:spcPts val="3955"/>
              </a:lnSpc>
              <a:spcBef>
                <a:spcPct val="0"/>
              </a:spcBef>
            </a:pPr>
            <a:r>
              <a:rPr lang="ar-EG" b="true" sz="2825" spc="8" strike="noStrike" u="none">
                <a:solidFill>
                  <a:srgbClr val="F5F3EE"/>
                </a:solidFill>
                <a:latin typeface="IBM Plex Sans Arabic Medium"/>
                <a:ea typeface="IBM Plex Sans Arabic Medium"/>
                <a:cs typeface="IBM Plex Sans Arabic Medium"/>
                <a:sym typeface="IBM Plex Sans Arabic Medium"/>
                <a:rtl val="true"/>
              </a:rPr>
              <a:t>نظام الترجمة الفورية للحرمين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638503" y="1892361"/>
            <a:ext cx="4063822" cy="4607211"/>
            <a:chOff x="0" y="0"/>
            <a:chExt cx="5418429" cy="614294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79117" cy="779117"/>
            </a:xfrm>
            <a:custGeom>
              <a:avLst/>
              <a:gdLst/>
              <a:ahLst/>
              <a:cxnLst/>
              <a:rect r="r" b="b" t="t" l="l"/>
              <a:pathLst>
                <a:path h="779117" w="779117">
                  <a:moveTo>
                    <a:pt x="0" y="0"/>
                  </a:moveTo>
                  <a:lnTo>
                    <a:pt x="779117" y="0"/>
                  </a:lnTo>
                  <a:lnTo>
                    <a:pt x="779117" y="779117"/>
                  </a:lnTo>
                  <a:lnTo>
                    <a:pt x="0" y="7791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true" rot="3402581">
              <a:off x="2433963" y="3140401"/>
              <a:ext cx="2485150" cy="2535867"/>
            </a:xfrm>
            <a:custGeom>
              <a:avLst/>
              <a:gdLst/>
              <a:ahLst/>
              <a:cxnLst/>
              <a:rect r="r" b="b" t="t" l="l"/>
              <a:pathLst>
                <a:path h="2535867" w="2485150">
                  <a:moveTo>
                    <a:pt x="0" y="2535867"/>
                  </a:moveTo>
                  <a:lnTo>
                    <a:pt x="2485149" y="2535867"/>
                  </a:lnTo>
                  <a:lnTo>
                    <a:pt x="2485149" y="0"/>
                  </a:lnTo>
                  <a:lnTo>
                    <a:pt x="0" y="0"/>
                  </a:lnTo>
                  <a:lnTo>
                    <a:pt x="0" y="2535867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 rot="0">
              <a:off x="608075" y="2908828"/>
              <a:ext cx="2950978" cy="8744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 rtl="true">
                <a:lnSpc>
                  <a:spcPts val="2988"/>
                </a:lnSpc>
              </a:pPr>
              <a:r>
                <a:rPr lang="ar-EG" b="true" sz="2134" spc="6">
                  <a:solidFill>
                    <a:srgbClr val="F5F3EE"/>
                  </a:solidFill>
                  <a:latin typeface="IBM Plex Sans Arabic Medium"/>
                  <a:ea typeface="IBM Plex Sans Arabic Medium"/>
                  <a:cs typeface="IBM Plex Sans Arabic Medium"/>
                  <a:sym typeface="IBM Plex Sans Arabic Medium"/>
                  <a:rtl val="true"/>
                </a:rPr>
                <a:t>منصة متابعة الأجهزة </a:t>
              </a:r>
            </a:p>
            <a:p>
              <a:pPr algn="r" rtl="true">
                <a:lnSpc>
                  <a:spcPts val="2006"/>
                </a:lnSpc>
              </a:pPr>
              <a:r>
                <a:rPr lang="ar-EG" b="true" sz="2134" spc="6">
                  <a:solidFill>
                    <a:srgbClr val="F5F3EE"/>
                  </a:solidFill>
                  <a:latin typeface="IBM Plex Sans Arabic Medium"/>
                  <a:ea typeface="IBM Plex Sans Arabic Medium"/>
                  <a:cs typeface="IBM Plex Sans Arabic Medium"/>
                  <a:sym typeface="IBM Plex Sans Arabic Medium"/>
                  <a:rtl val="true"/>
                </a:rPr>
                <a:t>      </a:t>
              </a:r>
              <a:r>
                <a:rPr lang="ar-EG" b="true" sz="2134" spc="6">
                  <a:solidFill>
                    <a:srgbClr val="F5F3EE"/>
                  </a:solidFill>
                  <a:latin typeface="IBM Plex Sans Arabic Bold"/>
                  <a:ea typeface="IBM Plex Sans Arabic Bold"/>
                  <a:cs typeface="IBM Plex Sans Arabic Bold"/>
                  <a:sym typeface="IBM Plex Sans Arabic Bold"/>
                  <a:rtl val="true"/>
                </a:rPr>
                <a:t>للمسؤولين</a:t>
              </a:r>
            </a:p>
          </p:txBody>
        </p:sp>
        <p:sp>
          <p:nvSpPr>
            <p:cNvPr name="Freeform 15" id="15"/>
            <p:cNvSpPr/>
            <p:nvPr/>
          </p:nvSpPr>
          <p:spPr>
            <a:xfrm flipH="false" flipV="false" rot="0">
              <a:off x="389559" y="779117"/>
              <a:ext cx="3479732" cy="2082135"/>
            </a:xfrm>
            <a:custGeom>
              <a:avLst/>
              <a:gdLst/>
              <a:ahLst/>
              <a:cxnLst/>
              <a:rect r="r" b="b" t="t" l="l"/>
              <a:pathLst>
                <a:path h="2082135" w="3479732">
                  <a:moveTo>
                    <a:pt x="0" y="0"/>
                  </a:moveTo>
                  <a:lnTo>
                    <a:pt x="3479732" y="0"/>
                  </a:lnTo>
                  <a:lnTo>
                    <a:pt x="3479732" y="2082135"/>
                  </a:lnTo>
                  <a:lnTo>
                    <a:pt x="0" y="20821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6" id="16" descr="شعار مُعين"/>
          <p:cNvSpPr/>
          <p:nvPr/>
        </p:nvSpPr>
        <p:spPr>
          <a:xfrm flipH="false" flipV="false" rot="0">
            <a:off x="6153506" y="2934499"/>
            <a:ext cx="2932970" cy="1824790"/>
          </a:xfrm>
          <a:custGeom>
            <a:avLst/>
            <a:gdLst/>
            <a:ahLst/>
            <a:cxnLst/>
            <a:rect r="r" b="b" t="t" l="l"/>
            <a:pathLst>
              <a:path h="1824790" w="2932970">
                <a:moveTo>
                  <a:pt x="0" y="0"/>
                </a:moveTo>
                <a:lnTo>
                  <a:pt x="2932970" y="0"/>
                </a:lnTo>
                <a:lnTo>
                  <a:pt x="2932970" y="1824790"/>
                </a:lnTo>
                <a:lnTo>
                  <a:pt x="0" y="182479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-94669" t="-63561" r="-96117" b="-101029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9686134" y="1634583"/>
            <a:ext cx="4217267" cy="4397565"/>
            <a:chOff x="0" y="0"/>
            <a:chExt cx="5623022" cy="5863420"/>
          </a:xfrm>
        </p:grpSpPr>
        <p:sp>
          <p:nvSpPr>
            <p:cNvPr name="Freeform 18" id="18"/>
            <p:cNvSpPr/>
            <p:nvPr/>
          </p:nvSpPr>
          <p:spPr>
            <a:xfrm flipH="false" flipV="false" rot="7210329">
              <a:off x="456219" y="3020328"/>
              <a:ext cx="2371433" cy="2419830"/>
            </a:xfrm>
            <a:custGeom>
              <a:avLst/>
              <a:gdLst/>
              <a:ahLst/>
              <a:cxnLst/>
              <a:rect r="r" b="b" t="t" l="l"/>
              <a:pathLst>
                <a:path h="2419830" w="2371433">
                  <a:moveTo>
                    <a:pt x="0" y="0"/>
                  </a:moveTo>
                  <a:lnTo>
                    <a:pt x="2371433" y="0"/>
                  </a:lnTo>
                  <a:lnTo>
                    <a:pt x="2371433" y="2419830"/>
                  </a:lnTo>
                  <a:lnTo>
                    <a:pt x="0" y="24198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1876650" y="0"/>
              <a:ext cx="687408" cy="687408"/>
            </a:xfrm>
            <a:custGeom>
              <a:avLst/>
              <a:gdLst/>
              <a:ahLst/>
              <a:cxnLst/>
              <a:rect r="r" b="b" t="t" l="l"/>
              <a:pathLst>
                <a:path h="687408" w="687408">
                  <a:moveTo>
                    <a:pt x="0" y="0"/>
                  </a:moveTo>
                  <a:lnTo>
                    <a:pt x="687407" y="0"/>
                  </a:lnTo>
                  <a:lnTo>
                    <a:pt x="687407" y="687408"/>
                  </a:lnTo>
                  <a:lnTo>
                    <a:pt x="0" y="6874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 rot="0">
              <a:off x="1660622" y="3046698"/>
              <a:ext cx="3962400" cy="48885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 rtl="true" marL="0" indent="0" lvl="0">
                <a:lnSpc>
                  <a:spcPts val="3157"/>
                </a:lnSpc>
                <a:spcBef>
                  <a:spcPct val="0"/>
                </a:spcBef>
              </a:pPr>
              <a:r>
                <a:rPr lang="ar-EG" b="true" sz="2255" spc="6" strike="noStrike" u="none">
                  <a:solidFill>
                    <a:srgbClr val="F5F3EE"/>
                  </a:solidFill>
                  <a:latin typeface="IBM Plex Sans Arabic Medium"/>
                  <a:ea typeface="IBM Plex Sans Arabic Medium"/>
                  <a:cs typeface="IBM Plex Sans Arabic Medium"/>
                  <a:sym typeface="IBM Plex Sans Arabic Medium"/>
                  <a:rtl val="true"/>
                </a:rPr>
                <a:t>جهاز الترجمة — مساران</a:t>
              </a:r>
            </a:p>
          </p:txBody>
        </p:sp>
        <p:sp>
          <p:nvSpPr>
            <p:cNvPr name="Freeform 21" id="21"/>
            <p:cNvSpPr/>
            <p:nvPr/>
          </p:nvSpPr>
          <p:spPr>
            <a:xfrm flipH="false" flipV="false" rot="-770175">
              <a:off x="2670606" y="317682"/>
              <a:ext cx="1790835" cy="2692909"/>
            </a:xfrm>
            <a:custGeom>
              <a:avLst/>
              <a:gdLst/>
              <a:ahLst/>
              <a:cxnLst/>
              <a:rect r="r" b="b" t="t" l="l"/>
              <a:pathLst>
                <a:path h="2692909" w="1790835">
                  <a:moveTo>
                    <a:pt x="0" y="0"/>
                  </a:moveTo>
                  <a:lnTo>
                    <a:pt x="1790835" y="0"/>
                  </a:lnTo>
                  <a:lnTo>
                    <a:pt x="1790835" y="2692908"/>
                  </a:lnTo>
                  <a:lnTo>
                    <a:pt x="0" y="26929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-43254" t="-36335" r="-53211" b="-38646"/>
              </a:stretch>
            </a:blip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6526635" y="5531987"/>
            <a:ext cx="82544" cy="4848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b="true" sz="2700">
                <a:solidFill>
                  <a:srgbClr val="F5F3EE"/>
                </a:solidFill>
                <a:latin typeface="IBM Plex Sans Arabic Medium"/>
                <a:ea typeface="IBM Plex Sans Arabic Medium"/>
                <a:cs typeface="IBM Plex Sans Arabic Medium"/>
                <a:sym typeface="IBM Plex Sans Arabic Medium"/>
              </a:rPr>
              <a:t> 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981700" y="5141462"/>
            <a:ext cx="3143250" cy="485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 marL="0" indent="0" lvl="0">
              <a:lnSpc>
                <a:spcPts val="3976"/>
              </a:lnSpc>
              <a:spcBef>
                <a:spcPct val="0"/>
              </a:spcBef>
            </a:pPr>
            <a:r>
              <a:rPr lang="ar-EG" b="true" sz="2840" spc="8" strike="noStrike" u="none">
                <a:solidFill>
                  <a:srgbClr val="F5F3EE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  <a:rtl val="true"/>
              </a:rPr>
              <a:t>يتكوّن من ثلاثة أجزاء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028825" y="695325"/>
            <a:ext cx="10791825" cy="9525"/>
            <a:chOff x="0" y="0"/>
            <a:chExt cx="10791825" cy="95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791825" cy="9525"/>
            </a:xfrm>
            <a:custGeom>
              <a:avLst/>
              <a:gdLst/>
              <a:ahLst/>
              <a:cxnLst/>
              <a:rect r="r" b="b" t="t" l="l"/>
              <a:pathLst>
                <a:path h="9525" w="10791825">
                  <a:moveTo>
                    <a:pt x="0" y="9525"/>
                  </a:moveTo>
                  <a:lnTo>
                    <a:pt x="0" y="0"/>
                  </a:lnTo>
                  <a:lnTo>
                    <a:pt x="10791825" y="0"/>
                  </a:lnTo>
                  <a:lnTo>
                    <a:pt x="10791825" y="9525"/>
                  </a:lnTo>
                  <a:close/>
                </a:path>
              </a:pathLst>
            </a:custGeom>
            <a:solidFill>
              <a:srgbClr val="8A6516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3049822" y="324888"/>
            <a:ext cx="1233268" cy="767296"/>
          </a:xfrm>
          <a:custGeom>
            <a:avLst/>
            <a:gdLst/>
            <a:ahLst/>
            <a:cxnLst/>
            <a:rect r="r" b="b" t="t" l="l"/>
            <a:pathLst>
              <a:path h="767296" w="1233268">
                <a:moveTo>
                  <a:pt x="0" y="0"/>
                </a:moveTo>
                <a:lnTo>
                  <a:pt x="1233268" y="0"/>
                </a:lnTo>
                <a:lnTo>
                  <a:pt x="1233268" y="767296"/>
                </a:lnTo>
                <a:lnTo>
                  <a:pt x="0" y="7672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990600" y="457200"/>
            <a:ext cx="771525" cy="476250"/>
            <a:chOff x="0" y="0"/>
            <a:chExt cx="1028700" cy="635000"/>
          </a:xfrm>
        </p:grpSpPr>
        <p:sp>
          <p:nvSpPr>
            <p:cNvPr name="Freeform 6" id="6" descr="هاكاثون هداية"/>
            <p:cNvSpPr/>
            <p:nvPr/>
          </p:nvSpPr>
          <p:spPr>
            <a:xfrm flipH="false" flipV="false" rot="0">
              <a:off x="0" y="0"/>
              <a:ext cx="1028700" cy="635000"/>
            </a:xfrm>
            <a:custGeom>
              <a:avLst/>
              <a:gdLst/>
              <a:ahLst/>
              <a:cxnLst/>
              <a:rect r="r" b="b" t="t" l="l"/>
              <a:pathLst>
                <a:path h="635000" w="1028700">
                  <a:moveTo>
                    <a:pt x="0" y="0"/>
                  </a:moveTo>
                  <a:lnTo>
                    <a:pt x="1028700" y="0"/>
                  </a:lnTo>
                  <a:lnTo>
                    <a:pt x="1028700" y="635000"/>
                  </a:lnTo>
                  <a:lnTo>
                    <a:pt x="0" y="635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4746622" y="1433670"/>
            <a:ext cx="5746747" cy="2033902"/>
          </a:xfrm>
          <a:custGeom>
            <a:avLst/>
            <a:gdLst/>
            <a:ahLst/>
            <a:cxnLst/>
            <a:rect r="r" b="b" t="t" l="l"/>
            <a:pathLst>
              <a:path h="2033902" w="5746747">
                <a:moveTo>
                  <a:pt x="0" y="0"/>
                </a:moveTo>
                <a:lnTo>
                  <a:pt x="5746747" y="0"/>
                </a:lnTo>
                <a:lnTo>
                  <a:pt x="5746747" y="2033901"/>
                </a:lnTo>
                <a:lnTo>
                  <a:pt x="0" y="203390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6772017" y="1684815"/>
            <a:ext cx="1695967" cy="4387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rtl="true">
              <a:lnSpc>
                <a:spcPts val="3640"/>
              </a:lnSpc>
            </a:pPr>
            <a:r>
              <a:rPr lang="ar-EG" b="true" sz="2600">
                <a:solidFill>
                  <a:srgbClr val="16311F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  <a:rtl val="true"/>
              </a:rPr>
              <a:t>جهاز الترجمة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2537965" y="3621083"/>
            <a:ext cx="4634989" cy="2346268"/>
            <a:chOff x="0" y="0"/>
            <a:chExt cx="6179985" cy="312835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1994051" y="0"/>
              <a:ext cx="2191883" cy="1643912"/>
            </a:xfrm>
            <a:custGeom>
              <a:avLst/>
              <a:gdLst/>
              <a:ahLst/>
              <a:cxnLst/>
              <a:rect r="r" b="b" t="t" l="l"/>
              <a:pathLst>
                <a:path h="1643912" w="2191883">
                  <a:moveTo>
                    <a:pt x="0" y="0"/>
                  </a:moveTo>
                  <a:lnTo>
                    <a:pt x="2191883" y="0"/>
                  </a:lnTo>
                  <a:lnTo>
                    <a:pt x="2191883" y="1643912"/>
                  </a:lnTo>
                  <a:lnTo>
                    <a:pt x="0" y="16439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 rot="0">
              <a:off x="0" y="2022187"/>
              <a:ext cx="6179985" cy="11061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rtl="true">
                <a:lnSpc>
                  <a:spcPts val="4200"/>
                </a:lnSpc>
              </a:pPr>
              <a:r>
                <a:rPr lang="ar-EG" b="true" sz="3000">
                  <a:solidFill>
                    <a:srgbClr val="16311F"/>
                  </a:solidFill>
                  <a:latin typeface="IBM Plex Sans Arabic Bold"/>
                  <a:ea typeface="IBM Plex Sans Arabic Bold"/>
                  <a:cs typeface="IBM Plex Sans Arabic Bold"/>
                  <a:sym typeface="IBM Plex Sans Arabic Bold"/>
                  <a:rtl val="true"/>
                </a:rPr>
                <a:t>اﺳﺘﻘﺒﺎل بث الراديو</a:t>
              </a:r>
            </a:p>
            <a:p>
              <a:pPr algn="ctr" rtl="true">
                <a:lnSpc>
                  <a:spcPts val="2520"/>
                </a:lnSpc>
              </a:pPr>
              <a:r>
                <a:rPr lang="ar-EG" b="true" sz="1800">
                  <a:solidFill>
                    <a:srgbClr val="5D6B62"/>
                  </a:solidFill>
                  <a:latin typeface="IBM Plex Sans Arabic Semi-Bold"/>
                  <a:ea typeface="IBM Plex Sans Arabic Semi-Bold"/>
                  <a:cs typeface="IBM Plex Sans Arabic Semi-Bold"/>
                  <a:sym typeface="IBM Plex Sans Arabic Semi-Bold"/>
                  <a:rtl val="true"/>
                </a:rPr>
                <a:t>تسهيل وصول خدمات الحرمين الحالية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2342083" y="1624677"/>
              <a:ext cx="73368" cy="4267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b="true" sz="1800">
                  <a:solidFill>
                    <a:srgbClr val="5D6B62"/>
                  </a:solidFill>
                  <a:latin typeface="IBM Plex Sans Arabic Semi-Bold"/>
                  <a:ea typeface="IBM Plex Sans Arabic Semi-Bold"/>
                  <a:cs typeface="IBM Plex Sans Arabic Semi-Bold"/>
                  <a:sym typeface="IBM Plex Sans Arabic Semi-Bold"/>
                </a:rPr>
                <a:t> 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259213" y="3656107"/>
            <a:ext cx="4427934" cy="2252473"/>
            <a:chOff x="0" y="0"/>
            <a:chExt cx="5903912" cy="300329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2154132" y="0"/>
              <a:ext cx="1649483" cy="1550514"/>
            </a:xfrm>
            <a:custGeom>
              <a:avLst/>
              <a:gdLst/>
              <a:ahLst/>
              <a:cxnLst/>
              <a:rect r="r" b="b" t="t" l="l"/>
              <a:pathLst>
                <a:path h="1550514" w="1649483">
                  <a:moveTo>
                    <a:pt x="0" y="0"/>
                  </a:moveTo>
                  <a:lnTo>
                    <a:pt x="1649483" y="0"/>
                  </a:lnTo>
                  <a:lnTo>
                    <a:pt x="1649483" y="1550514"/>
                  </a:lnTo>
                  <a:lnTo>
                    <a:pt x="0" y="15505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 rot="0">
              <a:off x="0" y="1897145"/>
              <a:ext cx="5903912" cy="110615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rtl="true">
                <a:lnSpc>
                  <a:spcPts val="4200"/>
                </a:lnSpc>
              </a:pPr>
              <a:r>
                <a:rPr lang="ar-EG" b="true" sz="3000" spc="15">
                  <a:solidFill>
                    <a:srgbClr val="16311F"/>
                  </a:solidFill>
                  <a:latin typeface="IBM Plex Sans Arabic Bold"/>
                  <a:ea typeface="IBM Plex Sans Arabic Bold"/>
                  <a:cs typeface="IBM Plex Sans Arabic Bold"/>
                  <a:sym typeface="IBM Plex Sans Arabic Bold"/>
                  <a:rtl val="true"/>
                </a:rPr>
                <a:t>اﻟﱰﺟﻤﺔ اﻟﻔﻮرﻳﺔ</a:t>
              </a:r>
            </a:p>
            <a:p>
              <a:pPr algn="ctr" rtl="true">
                <a:lnSpc>
                  <a:spcPts val="2520"/>
                </a:lnSpc>
              </a:pPr>
              <a:r>
                <a:rPr lang="ar-EG" b="true" sz="1800">
                  <a:solidFill>
                    <a:srgbClr val="5D6B62"/>
                  </a:solidFill>
                  <a:latin typeface="IBM Plex Sans Arabic Semi-Bold"/>
                  <a:ea typeface="IBM Plex Sans Arabic Semi-Bold"/>
                  <a:cs typeface="IBM Plex Sans Arabic Semi-Bold"/>
                  <a:sym typeface="IBM Plex Sans Arabic Semi-Bold"/>
                  <a:rtl val="true"/>
                </a:rPr>
                <a:t> بالذكاء الاصطناعي 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9232135" y="4354559"/>
            <a:ext cx="55026" cy="329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>
                <a:solidFill>
                  <a:srgbClr val="5D6B62"/>
                </a:solidFill>
                <a:latin typeface="IBM Plex Sans Arabic Semi-Bold"/>
                <a:ea typeface="IBM Plex Sans Arabic Semi-Bold"/>
                <a:cs typeface="IBM Plex Sans Arabic Semi-Bold"/>
                <a:sym typeface="IBM Plex Sans Arabic Semi-Bold"/>
              </a:rPr>
              <a:t> 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3267075" y="6981825"/>
            <a:ext cx="8705850" cy="944286"/>
            <a:chOff x="0" y="0"/>
            <a:chExt cx="11607800" cy="1259048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0" y="0"/>
              <a:ext cx="11607800" cy="1259048"/>
              <a:chOff x="0" y="0"/>
              <a:chExt cx="8705850" cy="944286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8705723" cy="944143"/>
              </a:xfrm>
              <a:custGeom>
                <a:avLst/>
                <a:gdLst/>
                <a:ahLst/>
                <a:cxnLst/>
                <a:rect r="r" b="b" t="t" l="l"/>
                <a:pathLst>
                  <a:path h="944143" w="8705723">
                    <a:moveTo>
                      <a:pt x="0" y="472143"/>
                    </a:moveTo>
                    <a:cubicBezTo>
                      <a:pt x="0" y="456691"/>
                      <a:pt x="635" y="441239"/>
                      <a:pt x="2032" y="425930"/>
                    </a:cubicBezTo>
                    <a:cubicBezTo>
                      <a:pt x="3429" y="410621"/>
                      <a:pt x="5334" y="395312"/>
                      <a:pt x="8128" y="380147"/>
                    </a:cubicBezTo>
                    <a:cubicBezTo>
                      <a:pt x="10922" y="364981"/>
                      <a:pt x="14097" y="349958"/>
                      <a:pt x="18161" y="335222"/>
                    </a:cubicBezTo>
                    <a:cubicBezTo>
                      <a:pt x="22225" y="320485"/>
                      <a:pt x="26797" y="305891"/>
                      <a:pt x="32004" y="291584"/>
                    </a:cubicBezTo>
                    <a:cubicBezTo>
                      <a:pt x="37211" y="277277"/>
                      <a:pt x="43180" y="263399"/>
                      <a:pt x="49530" y="249664"/>
                    </a:cubicBezTo>
                    <a:cubicBezTo>
                      <a:pt x="55880" y="235928"/>
                      <a:pt x="62992" y="222766"/>
                      <a:pt x="70612" y="209889"/>
                    </a:cubicBezTo>
                    <a:cubicBezTo>
                      <a:pt x="78232" y="197012"/>
                      <a:pt x="86360" y="184565"/>
                      <a:pt x="95123" y="172690"/>
                    </a:cubicBezTo>
                    <a:cubicBezTo>
                      <a:pt x="103886" y="160815"/>
                      <a:pt x="113030" y="149226"/>
                      <a:pt x="122682" y="138352"/>
                    </a:cubicBezTo>
                    <a:cubicBezTo>
                      <a:pt x="132334" y="127479"/>
                      <a:pt x="142494" y="117034"/>
                      <a:pt x="153162" y="107305"/>
                    </a:cubicBezTo>
                    <a:cubicBezTo>
                      <a:pt x="163830" y="97576"/>
                      <a:pt x="174752" y="88276"/>
                      <a:pt x="186182" y="79692"/>
                    </a:cubicBezTo>
                    <a:cubicBezTo>
                      <a:pt x="197612" y="71108"/>
                      <a:pt x="209296" y="63095"/>
                      <a:pt x="221488" y="55942"/>
                    </a:cubicBezTo>
                    <a:cubicBezTo>
                      <a:pt x="233680" y="48788"/>
                      <a:pt x="245999" y="42064"/>
                      <a:pt x="258699" y="36055"/>
                    </a:cubicBezTo>
                    <a:cubicBezTo>
                      <a:pt x="271399" y="30045"/>
                      <a:pt x="284226" y="24895"/>
                      <a:pt x="297434" y="20460"/>
                    </a:cubicBezTo>
                    <a:cubicBezTo>
                      <a:pt x="310642" y="16024"/>
                      <a:pt x="323850" y="12161"/>
                      <a:pt x="337312" y="9014"/>
                    </a:cubicBezTo>
                    <a:cubicBezTo>
                      <a:pt x="350774" y="5866"/>
                      <a:pt x="364363" y="3720"/>
                      <a:pt x="377952" y="2289"/>
                    </a:cubicBezTo>
                    <a:cubicBezTo>
                      <a:pt x="391541" y="858"/>
                      <a:pt x="405384" y="0"/>
                      <a:pt x="419100" y="0"/>
                    </a:cubicBezTo>
                    <a:lnTo>
                      <a:pt x="8286750" y="0"/>
                    </a:lnTo>
                    <a:cubicBezTo>
                      <a:pt x="8300466" y="0"/>
                      <a:pt x="8314182" y="715"/>
                      <a:pt x="8327771" y="2289"/>
                    </a:cubicBezTo>
                    <a:cubicBezTo>
                      <a:pt x="8341360" y="3863"/>
                      <a:pt x="8354949" y="6009"/>
                      <a:pt x="8368411" y="9014"/>
                    </a:cubicBezTo>
                    <a:cubicBezTo>
                      <a:pt x="8381873" y="12018"/>
                      <a:pt x="8395208" y="15738"/>
                      <a:pt x="8408289" y="20316"/>
                    </a:cubicBezTo>
                    <a:cubicBezTo>
                      <a:pt x="8421370" y="24895"/>
                      <a:pt x="8434324" y="30045"/>
                      <a:pt x="8447024" y="35911"/>
                    </a:cubicBezTo>
                    <a:cubicBezTo>
                      <a:pt x="8459724" y="41778"/>
                      <a:pt x="8472043" y="48502"/>
                      <a:pt x="8484235" y="55799"/>
                    </a:cubicBezTo>
                    <a:cubicBezTo>
                      <a:pt x="8496427" y="63095"/>
                      <a:pt x="8508111" y="70965"/>
                      <a:pt x="8519541" y="79549"/>
                    </a:cubicBezTo>
                    <a:cubicBezTo>
                      <a:pt x="8530971" y="88133"/>
                      <a:pt x="8542020" y="97290"/>
                      <a:pt x="8552561" y="107162"/>
                    </a:cubicBezTo>
                    <a:cubicBezTo>
                      <a:pt x="8563102" y="117034"/>
                      <a:pt x="8573389" y="127336"/>
                      <a:pt x="8583041" y="138209"/>
                    </a:cubicBezTo>
                    <a:cubicBezTo>
                      <a:pt x="8592693" y="149083"/>
                      <a:pt x="8601964" y="160529"/>
                      <a:pt x="8610600" y="172547"/>
                    </a:cubicBezTo>
                    <a:cubicBezTo>
                      <a:pt x="8619236" y="184565"/>
                      <a:pt x="8627491" y="196869"/>
                      <a:pt x="8635111" y="209746"/>
                    </a:cubicBezTo>
                    <a:cubicBezTo>
                      <a:pt x="8642731" y="222623"/>
                      <a:pt x="8649843" y="235785"/>
                      <a:pt x="8656193" y="249520"/>
                    </a:cubicBezTo>
                    <a:cubicBezTo>
                      <a:pt x="8662543" y="263255"/>
                      <a:pt x="8668512" y="277134"/>
                      <a:pt x="8673719" y="291441"/>
                    </a:cubicBezTo>
                    <a:cubicBezTo>
                      <a:pt x="8678926" y="305748"/>
                      <a:pt x="8683625" y="320199"/>
                      <a:pt x="8687562" y="335078"/>
                    </a:cubicBezTo>
                    <a:cubicBezTo>
                      <a:pt x="8691499" y="349958"/>
                      <a:pt x="8694928" y="364838"/>
                      <a:pt x="8697595" y="380004"/>
                    </a:cubicBezTo>
                    <a:cubicBezTo>
                      <a:pt x="8700262" y="395169"/>
                      <a:pt x="8702294" y="410478"/>
                      <a:pt x="8703691" y="425787"/>
                    </a:cubicBezTo>
                    <a:cubicBezTo>
                      <a:pt x="8705088" y="441096"/>
                      <a:pt x="8705723" y="456548"/>
                      <a:pt x="8705723" y="472000"/>
                    </a:cubicBezTo>
                    <a:cubicBezTo>
                      <a:pt x="8705723" y="487452"/>
                      <a:pt x="8705088" y="502904"/>
                      <a:pt x="8703691" y="518213"/>
                    </a:cubicBezTo>
                    <a:cubicBezTo>
                      <a:pt x="8702294" y="533522"/>
                      <a:pt x="8700389" y="548831"/>
                      <a:pt x="8697595" y="563996"/>
                    </a:cubicBezTo>
                    <a:cubicBezTo>
                      <a:pt x="8694801" y="579162"/>
                      <a:pt x="8691626" y="594185"/>
                      <a:pt x="8687562" y="608921"/>
                    </a:cubicBezTo>
                    <a:cubicBezTo>
                      <a:pt x="8683498" y="623658"/>
                      <a:pt x="8678926" y="638251"/>
                      <a:pt x="8673719" y="652559"/>
                    </a:cubicBezTo>
                    <a:cubicBezTo>
                      <a:pt x="8668512" y="666866"/>
                      <a:pt x="8662543" y="680744"/>
                      <a:pt x="8656193" y="694479"/>
                    </a:cubicBezTo>
                    <a:cubicBezTo>
                      <a:pt x="8649843" y="708215"/>
                      <a:pt x="8642731" y="721377"/>
                      <a:pt x="8635111" y="734254"/>
                    </a:cubicBezTo>
                    <a:cubicBezTo>
                      <a:pt x="8627491" y="747131"/>
                      <a:pt x="8619363" y="759578"/>
                      <a:pt x="8610600" y="771453"/>
                    </a:cubicBezTo>
                    <a:cubicBezTo>
                      <a:pt x="8601837" y="783328"/>
                      <a:pt x="8592693" y="794917"/>
                      <a:pt x="8583041" y="805791"/>
                    </a:cubicBezTo>
                    <a:cubicBezTo>
                      <a:pt x="8573389" y="816664"/>
                      <a:pt x="8563229" y="827109"/>
                      <a:pt x="8552561" y="836838"/>
                    </a:cubicBezTo>
                    <a:cubicBezTo>
                      <a:pt x="8541893" y="846567"/>
                      <a:pt x="8530971" y="855867"/>
                      <a:pt x="8519541" y="864451"/>
                    </a:cubicBezTo>
                    <a:cubicBezTo>
                      <a:pt x="8508111" y="873035"/>
                      <a:pt x="8496427" y="881047"/>
                      <a:pt x="8484235" y="888344"/>
                    </a:cubicBezTo>
                    <a:cubicBezTo>
                      <a:pt x="8472043" y="895641"/>
                      <a:pt x="8459724" y="902222"/>
                      <a:pt x="8447024" y="908088"/>
                    </a:cubicBezTo>
                    <a:cubicBezTo>
                      <a:pt x="8434324" y="913954"/>
                      <a:pt x="8421497" y="919248"/>
                      <a:pt x="8408289" y="923683"/>
                    </a:cubicBezTo>
                    <a:cubicBezTo>
                      <a:pt x="8395081" y="928119"/>
                      <a:pt x="8381873" y="931982"/>
                      <a:pt x="8368411" y="934986"/>
                    </a:cubicBezTo>
                    <a:cubicBezTo>
                      <a:pt x="8354949" y="937991"/>
                      <a:pt x="8341360" y="940280"/>
                      <a:pt x="8327771" y="941854"/>
                    </a:cubicBezTo>
                    <a:cubicBezTo>
                      <a:pt x="8314182" y="943428"/>
                      <a:pt x="8300466" y="944143"/>
                      <a:pt x="8286750" y="944143"/>
                    </a:cubicBezTo>
                    <a:lnTo>
                      <a:pt x="419100" y="944143"/>
                    </a:lnTo>
                    <a:cubicBezTo>
                      <a:pt x="405384" y="944143"/>
                      <a:pt x="391668" y="943428"/>
                      <a:pt x="378079" y="941854"/>
                    </a:cubicBezTo>
                    <a:cubicBezTo>
                      <a:pt x="364490" y="940280"/>
                      <a:pt x="350901" y="938134"/>
                      <a:pt x="337439" y="934986"/>
                    </a:cubicBezTo>
                    <a:cubicBezTo>
                      <a:pt x="323977" y="931839"/>
                      <a:pt x="310642" y="928262"/>
                      <a:pt x="297561" y="923683"/>
                    </a:cubicBezTo>
                    <a:cubicBezTo>
                      <a:pt x="284480" y="919105"/>
                      <a:pt x="271526" y="913954"/>
                      <a:pt x="258826" y="908088"/>
                    </a:cubicBezTo>
                    <a:cubicBezTo>
                      <a:pt x="246126" y="902222"/>
                      <a:pt x="233807" y="895641"/>
                      <a:pt x="221615" y="888344"/>
                    </a:cubicBezTo>
                    <a:cubicBezTo>
                      <a:pt x="209423" y="881047"/>
                      <a:pt x="197739" y="873178"/>
                      <a:pt x="186309" y="864594"/>
                    </a:cubicBezTo>
                    <a:cubicBezTo>
                      <a:pt x="174879" y="856010"/>
                      <a:pt x="163830" y="846853"/>
                      <a:pt x="153289" y="836981"/>
                    </a:cubicBezTo>
                    <a:cubicBezTo>
                      <a:pt x="142748" y="827109"/>
                      <a:pt x="132461" y="816807"/>
                      <a:pt x="122809" y="805934"/>
                    </a:cubicBezTo>
                    <a:cubicBezTo>
                      <a:pt x="113157" y="795060"/>
                      <a:pt x="103886" y="783614"/>
                      <a:pt x="95250" y="771596"/>
                    </a:cubicBezTo>
                    <a:cubicBezTo>
                      <a:pt x="86614" y="759578"/>
                      <a:pt x="78359" y="747274"/>
                      <a:pt x="70739" y="734397"/>
                    </a:cubicBezTo>
                    <a:cubicBezTo>
                      <a:pt x="63119" y="721520"/>
                      <a:pt x="56007" y="708358"/>
                      <a:pt x="49657" y="694623"/>
                    </a:cubicBezTo>
                    <a:cubicBezTo>
                      <a:pt x="43307" y="680887"/>
                      <a:pt x="37338" y="667009"/>
                      <a:pt x="32131" y="652702"/>
                    </a:cubicBezTo>
                    <a:cubicBezTo>
                      <a:pt x="26924" y="638395"/>
                      <a:pt x="22225" y="623944"/>
                      <a:pt x="18288" y="609064"/>
                    </a:cubicBezTo>
                    <a:cubicBezTo>
                      <a:pt x="14351" y="594185"/>
                      <a:pt x="10668" y="579448"/>
                      <a:pt x="8001" y="564282"/>
                    </a:cubicBezTo>
                    <a:cubicBezTo>
                      <a:pt x="5334" y="549117"/>
                      <a:pt x="3302" y="533808"/>
                      <a:pt x="2032" y="518356"/>
                    </a:cubicBezTo>
                    <a:cubicBezTo>
                      <a:pt x="762" y="502904"/>
                      <a:pt x="0" y="487595"/>
                      <a:pt x="0" y="472143"/>
                    </a:cubicBezTo>
                    <a:close/>
                  </a:path>
                </a:pathLst>
              </a:custGeom>
              <a:solidFill>
                <a:srgbClr val="EEEBE3"/>
              </a:solidFill>
            </p:spPr>
          </p:sp>
        </p:grpSp>
        <p:sp>
          <p:nvSpPr>
            <p:cNvPr name="TextBox 20" id="20"/>
            <p:cNvSpPr txBox="true"/>
            <p:nvPr/>
          </p:nvSpPr>
          <p:spPr>
            <a:xfrm rot="0">
              <a:off x="351691" y="253365"/>
              <a:ext cx="10904405" cy="685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rtl="true">
                <a:lnSpc>
                  <a:spcPts val="4339"/>
                </a:lnSpc>
              </a:pPr>
              <a:r>
                <a:rPr lang="ar-EG" b="true" sz="3099">
                  <a:solidFill>
                    <a:srgbClr val="16311F"/>
                  </a:solidFill>
                  <a:latin typeface="IBM Plex Sans Arabic Bold"/>
                  <a:ea typeface="IBM Plex Sans Arabic Bold"/>
                  <a:cs typeface="IBM Plex Sans Arabic Bold"/>
                  <a:sym typeface="IBM Plex Sans Arabic Bold"/>
                  <a:rtl val="true"/>
                </a:rPr>
                <a:t>ﺟﻬﺎز واﺣﺪ: </a:t>
              </a:r>
              <a:r>
                <a:rPr lang="ar-EG" b="true" sz="3099">
                  <a:solidFill>
                    <a:srgbClr val="8A6516"/>
                  </a:solidFill>
                  <a:latin typeface="IBM Plex Sans Arabic Bold"/>
                  <a:ea typeface="IBM Plex Sans Arabic Bold"/>
                  <a:cs typeface="IBM Plex Sans Arabic Bold"/>
                  <a:sym typeface="IBM Plex Sans Arabic Bold"/>
                  <a:rtl val="true"/>
                </a:rPr>
                <a:t>ﻳﺴﺘﻘﺒﻞ</a:t>
              </a:r>
              <a:r>
                <a:rPr lang="ar-EG" b="true" sz="3099">
                  <a:solidFill>
                    <a:srgbClr val="16311F"/>
                  </a:solidFill>
                  <a:latin typeface="IBM Plex Sans Arabic Bold"/>
                  <a:ea typeface="IBM Plex Sans Arabic Bold"/>
                  <a:cs typeface="IBM Plex Sans Arabic Bold"/>
                  <a:sym typeface="IBM Plex Sans Arabic Bold"/>
                  <a:rtl val="true"/>
                </a:rPr>
                <a:t>  </a:t>
              </a:r>
              <a:r>
                <a:rPr lang="ar-EG" b="true" sz="3099">
                  <a:solidFill>
                    <a:srgbClr val="8A6516"/>
                  </a:solidFill>
                  <a:latin typeface="IBM Plex Sans Arabic Bold"/>
                  <a:ea typeface="IBM Plex Sans Arabic Bold"/>
                  <a:cs typeface="IBM Plex Sans Arabic Bold"/>
                  <a:sym typeface="IBM Plex Sans Arabic Bold"/>
                  <a:rtl val="true"/>
                </a:rPr>
                <a:t>وﻳﱰﺟﻢ</a:t>
              </a: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-770175">
            <a:off x="9045742" y="1104626"/>
            <a:ext cx="1095128" cy="1646762"/>
          </a:xfrm>
          <a:custGeom>
            <a:avLst/>
            <a:gdLst/>
            <a:ahLst/>
            <a:cxnLst/>
            <a:rect r="r" b="b" t="t" l="l"/>
            <a:pathLst>
              <a:path h="1646762" w="1095128">
                <a:moveTo>
                  <a:pt x="0" y="0"/>
                </a:moveTo>
                <a:lnTo>
                  <a:pt x="1095128" y="0"/>
                </a:lnTo>
                <a:lnTo>
                  <a:pt x="1095128" y="1646762"/>
                </a:lnTo>
                <a:lnTo>
                  <a:pt x="0" y="164676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43254" t="-36335" r="-53211" b="-38646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63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3503" y="-63503"/>
            <a:ext cx="15366997" cy="8699497"/>
          </a:xfrm>
          <a:custGeom>
            <a:avLst/>
            <a:gdLst/>
            <a:ahLst/>
            <a:cxnLst/>
            <a:rect r="r" b="b" t="t" l="l"/>
            <a:pathLst>
              <a:path h="8699497" w="15366997">
                <a:moveTo>
                  <a:pt x="0" y="0"/>
                </a:moveTo>
                <a:lnTo>
                  <a:pt x="15366997" y="0"/>
                </a:lnTo>
                <a:lnTo>
                  <a:pt x="15366997" y="8699497"/>
                </a:lnTo>
                <a:lnTo>
                  <a:pt x="0" y="86994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90600" y="457200"/>
            <a:ext cx="771525" cy="476250"/>
            <a:chOff x="0" y="0"/>
            <a:chExt cx="1028700" cy="635000"/>
          </a:xfrm>
        </p:grpSpPr>
        <p:sp>
          <p:nvSpPr>
            <p:cNvPr name="Freeform 4" id="4" descr="هاكاثون هداية"/>
            <p:cNvSpPr/>
            <p:nvPr/>
          </p:nvSpPr>
          <p:spPr>
            <a:xfrm flipH="false" flipV="false" rot="0">
              <a:off x="0" y="0"/>
              <a:ext cx="1028700" cy="635000"/>
            </a:xfrm>
            <a:custGeom>
              <a:avLst/>
              <a:gdLst/>
              <a:ahLst/>
              <a:cxnLst/>
              <a:rect r="r" b="b" t="t" l="l"/>
              <a:pathLst>
                <a:path h="635000" w="1028700">
                  <a:moveTo>
                    <a:pt x="0" y="0"/>
                  </a:moveTo>
                  <a:lnTo>
                    <a:pt x="1028700" y="0"/>
                  </a:lnTo>
                  <a:lnTo>
                    <a:pt x="1028700" y="635000"/>
                  </a:lnTo>
                  <a:lnTo>
                    <a:pt x="0" y="635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6526635" y="5531987"/>
            <a:ext cx="82544" cy="4848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b="true" sz="2700">
                <a:solidFill>
                  <a:srgbClr val="F5F3EE"/>
                </a:solidFill>
                <a:latin typeface="IBM Plex Sans Arabic Medium"/>
                <a:ea typeface="IBM Plex Sans Arabic Medium"/>
                <a:cs typeface="IBM Plex Sans Arabic Medium"/>
                <a:sym typeface="IBM Plex Sans Arabic Medium"/>
              </a:rPr>
              <a:t>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342675" y="3135103"/>
            <a:ext cx="10554649" cy="2064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rtl="true">
              <a:lnSpc>
                <a:spcPts val="16859"/>
              </a:lnSpc>
            </a:pPr>
            <a:r>
              <a:rPr lang="ar-EG" b="true" sz="12042">
                <a:solidFill>
                  <a:srgbClr val="E1BF75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  <a:rtl val="true"/>
              </a:rPr>
              <a:t>ﻛﻴﻒ ﻳﻌﻤﻞ مُعين؟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079244" y="5741060"/>
            <a:ext cx="3081512" cy="472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3912"/>
              </a:lnSpc>
              <a:spcBef>
                <a:spcPct val="0"/>
              </a:spcBef>
            </a:pPr>
            <a:r>
              <a:rPr lang="ar-EG" b="true" sz="2794">
                <a:solidFill>
                  <a:srgbClr val="FFFFFF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  <a:rtl val="true"/>
              </a:rPr>
              <a:t>*مسار </a:t>
            </a:r>
            <a:r>
              <a:rPr lang="ar-EG" b="true" sz="2794">
                <a:solidFill>
                  <a:srgbClr val="FFFFFF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  <a:rtl val="true"/>
              </a:rPr>
              <a:t>اﻟﱰﺟﻤﺔ اﻟﻔﻮرﻳﺔ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028825" y="695325"/>
            <a:ext cx="10791825" cy="9525"/>
            <a:chOff x="0" y="0"/>
            <a:chExt cx="10791825" cy="95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791825" cy="9525"/>
            </a:xfrm>
            <a:custGeom>
              <a:avLst/>
              <a:gdLst/>
              <a:ahLst/>
              <a:cxnLst/>
              <a:rect r="r" b="b" t="t" l="l"/>
              <a:pathLst>
                <a:path h="9525" w="10791825">
                  <a:moveTo>
                    <a:pt x="0" y="9525"/>
                  </a:moveTo>
                  <a:lnTo>
                    <a:pt x="0" y="0"/>
                  </a:lnTo>
                  <a:lnTo>
                    <a:pt x="10791825" y="0"/>
                  </a:lnTo>
                  <a:lnTo>
                    <a:pt x="10791825" y="9525"/>
                  </a:lnTo>
                  <a:close/>
                </a:path>
              </a:pathLst>
            </a:custGeom>
            <a:solidFill>
              <a:srgbClr val="8A6516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3049822" y="324888"/>
            <a:ext cx="1233268" cy="767296"/>
          </a:xfrm>
          <a:custGeom>
            <a:avLst/>
            <a:gdLst/>
            <a:ahLst/>
            <a:cxnLst/>
            <a:rect r="r" b="b" t="t" l="l"/>
            <a:pathLst>
              <a:path h="767296" w="1233268">
                <a:moveTo>
                  <a:pt x="0" y="0"/>
                </a:moveTo>
                <a:lnTo>
                  <a:pt x="1233268" y="0"/>
                </a:lnTo>
                <a:lnTo>
                  <a:pt x="1233268" y="767296"/>
                </a:lnTo>
                <a:lnTo>
                  <a:pt x="0" y="7672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990600" y="457200"/>
            <a:ext cx="771525" cy="476250"/>
            <a:chOff x="0" y="0"/>
            <a:chExt cx="1028700" cy="635000"/>
          </a:xfrm>
        </p:grpSpPr>
        <p:sp>
          <p:nvSpPr>
            <p:cNvPr name="Freeform 6" id="6" descr="هاكاثون هداية"/>
            <p:cNvSpPr/>
            <p:nvPr/>
          </p:nvSpPr>
          <p:spPr>
            <a:xfrm flipH="false" flipV="false" rot="0">
              <a:off x="0" y="0"/>
              <a:ext cx="1028700" cy="635000"/>
            </a:xfrm>
            <a:custGeom>
              <a:avLst/>
              <a:gdLst/>
              <a:ahLst/>
              <a:cxnLst/>
              <a:rect r="r" b="b" t="t" l="l"/>
              <a:pathLst>
                <a:path h="635000" w="1028700">
                  <a:moveTo>
                    <a:pt x="0" y="0"/>
                  </a:moveTo>
                  <a:lnTo>
                    <a:pt x="1028700" y="0"/>
                  </a:lnTo>
                  <a:lnTo>
                    <a:pt x="1028700" y="635000"/>
                  </a:lnTo>
                  <a:lnTo>
                    <a:pt x="0" y="635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542437" y="3541142"/>
            <a:ext cx="1531161" cy="2092665"/>
            <a:chOff x="0" y="0"/>
            <a:chExt cx="2041549" cy="27902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612316" y="0"/>
              <a:ext cx="572806" cy="778445"/>
            </a:xfrm>
            <a:custGeom>
              <a:avLst/>
              <a:gdLst/>
              <a:ahLst/>
              <a:cxnLst/>
              <a:rect r="r" b="b" t="t" l="l"/>
              <a:pathLst>
                <a:path h="778445" w="572806">
                  <a:moveTo>
                    <a:pt x="0" y="0"/>
                  </a:moveTo>
                  <a:lnTo>
                    <a:pt x="572806" y="0"/>
                  </a:lnTo>
                  <a:lnTo>
                    <a:pt x="572806" y="778445"/>
                  </a:lnTo>
                  <a:lnTo>
                    <a:pt x="0" y="778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624935" y="142547"/>
              <a:ext cx="689149" cy="2145210"/>
            </a:xfrm>
            <a:custGeom>
              <a:avLst/>
              <a:gdLst/>
              <a:ahLst/>
              <a:cxnLst/>
              <a:rect r="r" b="b" t="t" l="l"/>
              <a:pathLst>
                <a:path h="2145210" w="689149">
                  <a:moveTo>
                    <a:pt x="0" y="0"/>
                  </a:moveTo>
                  <a:lnTo>
                    <a:pt x="689149" y="0"/>
                  </a:lnTo>
                  <a:lnTo>
                    <a:pt x="689149" y="2145209"/>
                  </a:lnTo>
                  <a:lnTo>
                    <a:pt x="0" y="21452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 rot="0">
              <a:off x="0" y="2297801"/>
              <a:ext cx="2041549" cy="49241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rtl="true">
                <a:lnSpc>
                  <a:spcPts val="3185"/>
                </a:lnSpc>
              </a:pPr>
              <a:r>
                <a:rPr lang="ar-EG" b="true" sz="2095">
                  <a:solidFill>
                    <a:srgbClr val="16311F"/>
                  </a:solidFill>
                  <a:latin typeface="IBM Plex Sans Arabic Bold"/>
                  <a:ea typeface="IBM Plex Sans Arabic Bold"/>
                  <a:cs typeface="IBM Plex Sans Arabic Bold"/>
                  <a:sym typeface="IBM Plex Sans Arabic Bold"/>
                  <a:rtl val="true"/>
                </a:rPr>
                <a:t>زائر يسمع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2320694" y="3682599"/>
            <a:ext cx="1986344" cy="1757101"/>
            <a:chOff x="0" y="0"/>
            <a:chExt cx="2648458" cy="2342802"/>
          </a:xfrm>
        </p:grpSpPr>
        <p:sp>
          <p:nvSpPr>
            <p:cNvPr name="Freeform 12" id="12"/>
            <p:cNvSpPr/>
            <p:nvPr/>
          </p:nvSpPr>
          <p:spPr>
            <a:xfrm flipH="true" flipV="false" rot="0">
              <a:off x="810772" y="0"/>
              <a:ext cx="1837686" cy="1681483"/>
            </a:xfrm>
            <a:custGeom>
              <a:avLst/>
              <a:gdLst/>
              <a:ahLst/>
              <a:cxnLst/>
              <a:rect r="r" b="b" t="t" l="l"/>
              <a:pathLst>
                <a:path h="1681483" w="1837686">
                  <a:moveTo>
                    <a:pt x="1837686" y="0"/>
                  </a:moveTo>
                  <a:lnTo>
                    <a:pt x="0" y="0"/>
                  </a:lnTo>
                  <a:lnTo>
                    <a:pt x="0" y="1681483"/>
                  </a:lnTo>
                  <a:lnTo>
                    <a:pt x="1837686" y="1681483"/>
                  </a:lnTo>
                  <a:lnTo>
                    <a:pt x="1837686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 rot="0">
              <a:off x="775857" y="1850383"/>
              <a:ext cx="1850871" cy="49241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rtl="true">
                <a:lnSpc>
                  <a:spcPts val="3185"/>
                </a:lnSpc>
              </a:pPr>
              <a:r>
                <a:rPr lang="ar-EG" b="true" sz="2095">
                  <a:solidFill>
                    <a:srgbClr val="16311F"/>
                  </a:solidFill>
                  <a:latin typeface="IBM Plex Sans Arabic Bold"/>
                  <a:ea typeface="IBM Plex Sans Arabic Bold"/>
                  <a:cs typeface="IBM Plex Sans Arabic Bold"/>
                  <a:sym typeface="IBM Plex Sans Arabic Bold"/>
                  <a:rtl val="true"/>
                </a:rPr>
                <a:t>شيخ يتكلم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774067"/>
              <a:ext cx="492207" cy="6357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89"/>
                </a:lnSpc>
              </a:pPr>
              <a:r>
                <a:rPr lang="en-US" b="true" sz="2849">
                  <a:solidFill>
                    <a:srgbClr val="C0912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←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2101872" y="2241081"/>
            <a:ext cx="3245732" cy="3987461"/>
            <a:chOff x="0" y="0"/>
            <a:chExt cx="4327643" cy="531661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700344" y="1504914"/>
              <a:ext cx="3627299" cy="2932419"/>
            </a:xfrm>
            <a:custGeom>
              <a:avLst/>
              <a:gdLst/>
              <a:ahLst/>
              <a:cxnLst/>
              <a:rect r="r" b="b" t="t" l="l"/>
              <a:pathLst>
                <a:path h="2932419" w="3627299">
                  <a:moveTo>
                    <a:pt x="0" y="0"/>
                  </a:moveTo>
                  <a:lnTo>
                    <a:pt x="3627299" y="0"/>
                  </a:lnTo>
                  <a:lnTo>
                    <a:pt x="3627299" y="2932419"/>
                  </a:lnTo>
                  <a:lnTo>
                    <a:pt x="0" y="29324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1859196" y="1723627"/>
              <a:ext cx="1044921" cy="1077238"/>
            </a:xfrm>
            <a:custGeom>
              <a:avLst/>
              <a:gdLst/>
              <a:ahLst/>
              <a:cxnLst/>
              <a:rect r="r" b="b" t="t" l="l"/>
              <a:pathLst>
                <a:path h="1077238" w="1044921">
                  <a:moveTo>
                    <a:pt x="0" y="0"/>
                  </a:moveTo>
                  <a:lnTo>
                    <a:pt x="1044922" y="0"/>
                  </a:lnTo>
                  <a:lnTo>
                    <a:pt x="1044922" y="1077239"/>
                  </a:lnTo>
                  <a:lnTo>
                    <a:pt x="0" y="10772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1759411" y="0"/>
              <a:ext cx="1244492" cy="1244492"/>
            </a:xfrm>
            <a:custGeom>
              <a:avLst/>
              <a:gdLst/>
              <a:ahLst/>
              <a:cxnLst/>
              <a:rect r="r" b="b" t="t" l="l"/>
              <a:pathLst>
                <a:path h="1244492" w="1244492">
                  <a:moveTo>
                    <a:pt x="0" y="0"/>
                  </a:moveTo>
                  <a:lnTo>
                    <a:pt x="1244492" y="0"/>
                  </a:lnTo>
                  <a:lnTo>
                    <a:pt x="1244492" y="1244492"/>
                  </a:lnTo>
                  <a:lnTo>
                    <a:pt x="0" y="12444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 rot="0">
              <a:off x="2002332" y="2791702"/>
              <a:ext cx="1020942" cy="6165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rtl="true" marL="0" indent="0" lvl="0">
                <a:lnSpc>
                  <a:spcPts val="3864"/>
                </a:lnSpc>
                <a:spcBef>
                  <a:spcPct val="0"/>
                </a:spcBef>
              </a:pPr>
              <a:r>
                <a:rPr lang="ar-EG" b="true" sz="2760">
                  <a:solidFill>
                    <a:srgbClr val="8A6516"/>
                  </a:solidFill>
                  <a:latin typeface="IBM Plex Sans Arabic Semi-Bold"/>
                  <a:ea typeface="IBM Plex Sans Arabic Semi-Bold"/>
                  <a:cs typeface="IBM Plex Sans Arabic Semi-Bold"/>
                  <a:sym typeface="IBM Plex Sans Arabic Semi-Bold"/>
                  <a:rtl val="true"/>
                </a:rPr>
                <a:t>يتكلم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0" y="2696091"/>
              <a:ext cx="492207" cy="6357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89"/>
                </a:lnSpc>
              </a:pPr>
              <a:r>
                <a:rPr lang="en-US" b="true" sz="2849">
                  <a:solidFill>
                    <a:srgbClr val="C0912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←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1220192" y="4758008"/>
              <a:ext cx="2322930" cy="55860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20"/>
                </a:lnSpc>
              </a:pPr>
              <a:r>
                <a:rPr lang="en-US" b="true" sz="2514">
                  <a:solidFill>
                    <a:srgbClr val="16311F"/>
                  </a:solidFill>
                  <a:latin typeface="IBM Plex Sans Arabic Bold"/>
                  <a:ea typeface="IBM Plex Sans Arabic Bold"/>
                  <a:cs typeface="IBM Plex Sans Arabic Bold"/>
                  <a:sym typeface="IBM Plex Sans Arabic Bold"/>
                </a:rPr>
                <a:t>Piper</a:t>
              </a:r>
              <a:r>
                <a:rPr lang="ar-EG" b="true" sz="2514">
                  <a:solidFill>
                    <a:srgbClr val="16311F"/>
                  </a:solidFill>
                  <a:latin typeface="IBM Plex Sans Arabic Bold"/>
                  <a:ea typeface="IBM Plex Sans Arabic Bold"/>
                  <a:cs typeface="IBM Plex Sans Arabic Bold"/>
                  <a:sym typeface="IBM Plex Sans Arabic Bold"/>
                  <a:rtl val="true"/>
                </a:rPr>
                <a:t>نموذج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954124" y="3674792"/>
              <a:ext cx="1242093" cy="3095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 rtl="true" marL="0" indent="0" lvl="0">
                <a:lnSpc>
                  <a:spcPts val="2073"/>
                </a:lnSpc>
                <a:spcBef>
                  <a:spcPct val="0"/>
                </a:spcBef>
              </a:pPr>
              <a:r>
                <a:rPr lang="ar-EG" sz="1480" strike="noStrike" u="none">
                  <a:solidFill>
                    <a:srgbClr val="5D6B62"/>
                  </a:solidFill>
                  <a:latin typeface="IBM Plex Sans Arabic"/>
                  <a:ea typeface="IBM Plex Sans Arabic"/>
                  <a:cs typeface="IBM Plex Sans Arabic"/>
                  <a:sym typeface="IBM Plex Sans Arabic"/>
                  <a:rtl val="true"/>
                </a:rPr>
                <a:t>صوت مترجم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2499801" y="3642177"/>
              <a:ext cx="1745474" cy="3095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rtl="true" marL="0" indent="0" lvl="0">
                <a:lnSpc>
                  <a:spcPts val="2073"/>
                </a:lnSpc>
                <a:spcBef>
                  <a:spcPct val="0"/>
                </a:spcBef>
              </a:pPr>
              <a:r>
                <a:rPr lang="ar-EG" sz="1480" strike="noStrike" u="none">
                  <a:solidFill>
                    <a:srgbClr val="5D6B62"/>
                  </a:solidFill>
                  <a:latin typeface="IBM Plex Sans Arabic"/>
                  <a:ea typeface="IBM Plex Sans Arabic"/>
                  <a:cs typeface="IBM Plex Sans Arabic"/>
                  <a:sym typeface="IBM Plex Sans Arabic"/>
                  <a:rtl val="true"/>
                </a:rPr>
                <a:t>نص اللغة المختارة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2874512" y="3674792"/>
              <a:ext cx="59211" cy="3095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73"/>
                </a:lnSpc>
              </a:pPr>
              <a:r>
                <a:rPr lang="en-US" sz="1480">
                  <a:solidFill>
                    <a:srgbClr val="5D6B62"/>
                  </a:solidFill>
                  <a:latin typeface="IBM Plex Sans Arabic"/>
                  <a:ea typeface="IBM Plex Sans Arabic"/>
                  <a:cs typeface="IBM Plex Sans Arabic"/>
                  <a:sym typeface="IBM Plex Sans Arabic"/>
                </a:rPr>
                <a:t> 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2182166" y="3654933"/>
              <a:ext cx="250814" cy="32857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73"/>
                </a:lnSpc>
              </a:pPr>
              <a:r>
                <a:rPr lang="en-US" sz="1480">
                  <a:solidFill>
                    <a:srgbClr val="5D6B62"/>
                  </a:solidFill>
                  <a:latin typeface="Arial"/>
                  <a:ea typeface="Arial"/>
                  <a:cs typeface="Arial"/>
                  <a:sym typeface="Arial"/>
                </a:rPr>
                <a:t>←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5508146" y="2217316"/>
            <a:ext cx="3245732" cy="4039800"/>
            <a:chOff x="0" y="0"/>
            <a:chExt cx="4327643" cy="53864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700344" y="1536600"/>
              <a:ext cx="3627299" cy="2932419"/>
            </a:xfrm>
            <a:custGeom>
              <a:avLst/>
              <a:gdLst/>
              <a:ahLst/>
              <a:cxnLst/>
              <a:rect r="r" b="b" t="t" l="l"/>
              <a:pathLst>
                <a:path h="2932419" w="3627299">
                  <a:moveTo>
                    <a:pt x="0" y="0"/>
                  </a:moveTo>
                  <a:lnTo>
                    <a:pt x="3627299" y="0"/>
                  </a:lnTo>
                  <a:lnTo>
                    <a:pt x="3627299" y="2932419"/>
                  </a:lnTo>
                  <a:lnTo>
                    <a:pt x="0" y="29324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 rot="0">
              <a:off x="3250494" y="3668346"/>
              <a:ext cx="406713" cy="3436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 rtl="true">
                <a:lnSpc>
                  <a:spcPts val="2229"/>
                </a:lnSpc>
              </a:pPr>
              <a:r>
                <a:rPr lang="ar-EG" sz="1592">
                  <a:solidFill>
                    <a:srgbClr val="5D6B62"/>
                  </a:solidFill>
                  <a:latin typeface="IBM Plex Sans Arabic"/>
                  <a:ea typeface="IBM Plex Sans Arabic"/>
                  <a:cs typeface="IBM Plex Sans Arabic"/>
                  <a:sym typeface="IBM Plex Sans Arabic"/>
                  <a:rtl val="true"/>
                </a:rPr>
                <a:t>نص</a:t>
              </a:r>
            </a:p>
          </p:txBody>
        </p:sp>
        <p:sp>
          <p:nvSpPr>
            <p:cNvPr name="TextBox 29" id="29"/>
            <p:cNvSpPr txBox="true"/>
            <p:nvPr/>
          </p:nvSpPr>
          <p:spPr>
            <a:xfrm rot="0">
              <a:off x="3186853" y="3700961"/>
              <a:ext cx="64918" cy="3723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29"/>
                </a:lnSpc>
              </a:pPr>
              <a:r>
                <a:rPr lang="en-US" sz="1592">
                  <a:solidFill>
                    <a:srgbClr val="5D6B62"/>
                  </a:solidFill>
                  <a:latin typeface="IBM Plex Sans Arabic"/>
                  <a:ea typeface="IBM Plex Sans Arabic"/>
                  <a:cs typeface="IBM Plex Sans Arabic"/>
                  <a:sym typeface="IBM Plex Sans Arabic"/>
                </a:rPr>
                <a:t> </a:t>
              </a:r>
            </a:p>
          </p:txBody>
        </p:sp>
        <p:sp>
          <p:nvSpPr>
            <p:cNvPr name="Freeform 30" id="30"/>
            <p:cNvSpPr/>
            <p:nvPr/>
          </p:nvSpPr>
          <p:spPr>
            <a:xfrm flipH="false" flipV="false" rot="0">
              <a:off x="1960241" y="1928311"/>
              <a:ext cx="1107505" cy="891542"/>
            </a:xfrm>
            <a:custGeom>
              <a:avLst/>
              <a:gdLst/>
              <a:ahLst/>
              <a:cxnLst/>
              <a:rect r="r" b="b" t="t" l="l"/>
              <a:pathLst>
                <a:path h="891542" w="1107505">
                  <a:moveTo>
                    <a:pt x="0" y="0"/>
                  </a:moveTo>
                  <a:lnTo>
                    <a:pt x="1107505" y="0"/>
                  </a:lnTo>
                  <a:lnTo>
                    <a:pt x="1107505" y="891541"/>
                  </a:lnTo>
                  <a:lnTo>
                    <a:pt x="0" y="8915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>
                <a:extLst>
                  <a:ext uri="{96DAC541-7B7A-43D3-8B79-37D633B846F1}">
                    <asvg:svgBlip xmlns:asvg="http://schemas.microsoft.com/office/drawing/2016/SVG/main" r:embed="rId1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1734018" y="0"/>
              <a:ext cx="1320700" cy="1320700"/>
            </a:xfrm>
            <a:custGeom>
              <a:avLst/>
              <a:gdLst/>
              <a:ahLst/>
              <a:cxnLst/>
              <a:rect r="r" b="b" t="t" l="l"/>
              <a:pathLst>
                <a:path h="1320700" w="1320700">
                  <a:moveTo>
                    <a:pt x="0" y="0"/>
                  </a:moveTo>
                  <a:lnTo>
                    <a:pt x="1320700" y="0"/>
                  </a:lnTo>
                  <a:lnTo>
                    <a:pt x="1320700" y="1320700"/>
                  </a:lnTo>
                  <a:lnTo>
                    <a:pt x="0" y="1320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>
                <a:extLst>
                  <a:ext uri="{96DAC541-7B7A-43D3-8B79-37D633B846F1}">
                    <asvg:svgBlip xmlns:asvg="http://schemas.microsoft.com/office/drawing/2016/SVG/main" r:embed="rId20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 rot="0">
              <a:off x="1991188" y="2896659"/>
              <a:ext cx="1045611" cy="61653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rtl="true" marL="0" indent="0" lvl="0">
                <a:lnSpc>
                  <a:spcPts val="3864"/>
                </a:lnSpc>
                <a:spcBef>
                  <a:spcPct val="0"/>
                </a:spcBef>
              </a:pPr>
              <a:r>
                <a:rPr lang="ar-EG" b="true" sz="2760" strike="noStrike" u="none">
                  <a:solidFill>
                    <a:srgbClr val="8A6516"/>
                  </a:solidFill>
                  <a:latin typeface="IBM Plex Sans Arabic Semi-Bold"/>
                  <a:ea typeface="IBM Plex Sans Arabic Semi-Bold"/>
                  <a:cs typeface="IBM Plex Sans Arabic Semi-Bold"/>
                  <a:sym typeface="IBM Plex Sans Arabic Semi-Bold"/>
                  <a:rtl val="true"/>
                </a:rPr>
                <a:t>يترجم</a:t>
              </a:r>
            </a:p>
          </p:txBody>
        </p:sp>
        <p:sp>
          <p:nvSpPr>
            <p:cNvPr name="TextBox 33" id="33"/>
            <p:cNvSpPr txBox="true"/>
            <p:nvPr/>
          </p:nvSpPr>
          <p:spPr>
            <a:xfrm rot="0">
              <a:off x="0" y="2727777"/>
              <a:ext cx="492207" cy="6357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89"/>
                </a:lnSpc>
              </a:pPr>
              <a:r>
                <a:rPr lang="en-US" b="true" sz="2849">
                  <a:solidFill>
                    <a:srgbClr val="C0912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←</a:t>
              </a:r>
            </a:p>
          </p:txBody>
        </p:sp>
        <p:sp>
          <p:nvSpPr>
            <p:cNvPr name="TextBox 34" id="34"/>
            <p:cNvSpPr txBox="true"/>
            <p:nvPr/>
          </p:nvSpPr>
          <p:spPr>
            <a:xfrm rot="0">
              <a:off x="1266953" y="4827794"/>
              <a:ext cx="2494080" cy="55860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20"/>
                </a:lnSpc>
              </a:pPr>
              <a:r>
                <a:rPr lang="en-US" b="true" sz="2514">
                  <a:solidFill>
                    <a:srgbClr val="16311F"/>
                  </a:solidFill>
                  <a:latin typeface="IBM Plex Sans Arabic Bold"/>
                  <a:ea typeface="IBM Plex Sans Arabic Bold"/>
                  <a:cs typeface="IBM Plex Sans Arabic Bold"/>
                  <a:sym typeface="IBM Plex Sans Arabic Bold"/>
                </a:rPr>
                <a:t>NLLB </a:t>
              </a:r>
              <a:r>
                <a:rPr lang="ar-EG" b="true" sz="2514">
                  <a:solidFill>
                    <a:srgbClr val="16311F"/>
                  </a:solidFill>
                  <a:latin typeface="IBM Plex Sans Arabic Bold"/>
                  <a:ea typeface="IBM Plex Sans Arabic Bold"/>
                  <a:cs typeface="IBM Plex Sans Arabic Bold"/>
                  <a:sym typeface="IBM Plex Sans Arabic Bold"/>
                  <a:rtl val="true"/>
                </a:rPr>
                <a:t>نموذج</a:t>
              </a:r>
            </a:p>
          </p:txBody>
        </p:sp>
        <p:sp>
          <p:nvSpPr>
            <p:cNvPr name="TextBox 35" id="35"/>
            <p:cNvSpPr txBox="true"/>
            <p:nvPr/>
          </p:nvSpPr>
          <p:spPr>
            <a:xfrm rot="0">
              <a:off x="1058798" y="3700961"/>
              <a:ext cx="1664107" cy="3436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rtl="true" marL="0" indent="0" lvl="0">
                <a:lnSpc>
                  <a:spcPts val="2229"/>
                </a:lnSpc>
                <a:spcBef>
                  <a:spcPct val="0"/>
                </a:spcBef>
              </a:pPr>
              <a:r>
                <a:rPr lang="ar-EG" sz="1592" strike="noStrike" u="none">
                  <a:solidFill>
                    <a:srgbClr val="5D6B62"/>
                  </a:solidFill>
                  <a:latin typeface="IBM Plex Sans Arabic"/>
                  <a:ea typeface="IBM Plex Sans Arabic"/>
                  <a:cs typeface="IBM Plex Sans Arabic"/>
                  <a:sym typeface="IBM Plex Sans Arabic"/>
                  <a:rtl val="true"/>
                </a:rPr>
                <a:t>نص اللغة المختارة</a:t>
              </a:r>
            </a:p>
          </p:txBody>
        </p:sp>
        <p:sp>
          <p:nvSpPr>
            <p:cNvPr name="TextBox 36" id="36"/>
            <p:cNvSpPr txBox="true"/>
            <p:nvPr/>
          </p:nvSpPr>
          <p:spPr>
            <a:xfrm rot="0">
              <a:off x="2917190" y="3681102"/>
              <a:ext cx="275057" cy="3656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29"/>
                </a:lnSpc>
              </a:pPr>
              <a:r>
                <a:rPr lang="en-US" sz="1592">
                  <a:solidFill>
                    <a:srgbClr val="5D6B62"/>
                  </a:solidFill>
                  <a:latin typeface="Arial"/>
                  <a:ea typeface="Arial"/>
                  <a:cs typeface="Arial"/>
                  <a:sym typeface="Arial"/>
                </a:rPr>
                <a:t>←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8914420" y="2226740"/>
            <a:ext cx="3245732" cy="4049427"/>
            <a:chOff x="0" y="0"/>
            <a:chExt cx="4327643" cy="5399235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700344" y="1524035"/>
              <a:ext cx="3627299" cy="2932419"/>
            </a:xfrm>
            <a:custGeom>
              <a:avLst/>
              <a:gdLst/>
              <a:ahLst/>
              <a:cxnLst/>
              <a:rect r="r" b="b" t="t" l="l"/>
              <a:pathLst>
                <a:path h="2932419" w="3627299">
                  <a:moveTo>
                    <a:pt x="0" y="0"/>
                  </a:moveTo>
                  <a:lnTo>
                    <a:pt x="3627299" y="0"/>
                  </a:lnTo>
                  <a:lnTo>
                    <a:pt x="3627299" y="2932419"/>
                  </a:lnTo>
                  <a:lnTo>
                    <a:pt x="0" y="29324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21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9" id="39"/>
            <p:cNvSpPr/>
            <p:nvPr/>
          </p:nvSpPr>
          <p:spPr>
            <a:xfrm flipH="false" flipV="false" rot="0">
              <a:off x="2160920" y="2008332"/>
              <a:ext cx="781368" cy="773555"/>
            </a:xfrm>
            <a:custGeom>
              <a:avLst/>
              <a:gdLst/>
              <a:ahLst/>
              <a:cxnLst/>
              <a:rect r="r" b="b" t="t" l="l"/>
              <a:pathLst>
                <a:path h="773555" w="781368">
                  <a:moveTo>
                    <a:pt x="0" y="0"/>
                  </a:moveTo>
                  <a:lnTo>
                    <a:pt x="781368" y="0"/>
                  </a:lnTo>
                  <a:lnTo>
                    <a:pt x="781368" y="773555"/>
                  </a:lnTo>
                  <a:lnTo>
                    <a:pt x="0" y="7735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>
                <a:extLst>
                  <a:ext uri="{96DAC541-7B7A-43D3-8B79-37D633B846F1}">
                    <asvg:svgBlip xmlns:asvg="http://schemas.microsoft.com/office/drawing/2016/SVG/main" r:embed="rId2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1872626" y="0"/>
              <a:ext cx="1282735" cy="1282735"/>
            </a:xfrm>
            <a:custGeom>
              <a:avLst/>
              <a:gdLst/>
              <a:ahLst/>
              <a:cxnLst/>
              <a:rect r="r" b="b" t="t" l="l"/>
              <a:pathLst>
                <a:path h="1282735" w="1282735">
                  <a:moveTo>
                    <a:pt x="0" y="0"/>
                  </a:moveTo>
                  <a:lnTo>
                    <a:pt x="1282735" y="0"/>
                  </a:lnTo>
                  <a:lnTo>
                    <a:pt x="1282735" y="1282735"/>
                  </a:lnTo>
                  <a:lnTo>
                    <a:pt x="0" y="12827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>
                <a:extLst>
                  <a:ext uri="{96DAC541-7B7A-43D3-8B79-37D633B846F1}">
                    <asvg:svgBlip xmlns:asvg="http://schemas.microsoft.com/office/drawing/2016/SVG/main" r:embed="rId2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 rot="0">
              <a:off x="2010226" y="2862927"/>
              <a:ext cx="1082756" cy="6068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rtl="true" marL="0" indent="0" lvl="0">
                <a:lnSpc>
                  <a:spcPts val="3872"/>
                </a:lnSpc>
                <a:spcBef>
                  <a:spcPct val="0"/>
                </a:spcBef>
              </a:pPr>
              <a:r>
                <a:rPr lang="ar-EG" b="true" sz="2765" strike="noStrike" u="none">
                  <a:solidFill>
                    <a:srgbClr val="8A6516"/>
                  </a:solidFill>
                  <a:latin typeface="IBM Plex Sans Arabic Semi-Bold"/>
                  <a:ea typeface="IBM Plex Sans Arabic Semi-Bold"/>
                  <a:cs typeface="IBM Plex Sans Arabic Semi-Bold"/>
                  <a:sym typeface="IBM Plex Sans Arabic Semi-Bold"/>
                  <a:rtl val="true"/>
                </a:rPr>
                <a:t>يسمع</a:t>
              </a:r>
            </a:p>
          </p:txBody>
        </p:sp>
        <p:sp>
          <p:nvSpPr>
            <p:cNvPr name="TextBox 42" id="42"/>
            <p:cNvSpPr txBox="true"/>
            <p:nvPr/>
          </p:nvSpPr>
          <p:spPr>
            <a:xfrm rot="0">
              <a:off x="0" y="2715212"/>
              <a:ext cx="492207" cy="6357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89"/>
                </a:lnSpc>
              </a:pPr>
              <a:r>
                <a:rPr lang="en-US" b="true" sz="2849">
                  <a:solidFill>
                    <a:srgbClr val="C0912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←</a:t>
              </a:r>
            </a:p>
          </p:txBody>
        </p:sp>
        <p:sp>
          <p:nvSpPr>
            <p:cNvPr name="TextBox 43" id="43"/>
            <p:cNvSpPr txBox="true"/>
            <p:nvPr/>
          </p:nvSpPr>
          <p:spPr>
            <a:xfrm rot="0">
              <a:off x="1008126" y="4852549"/>
              <a:ext cx="3086956" cy="54668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20"/>
                </a:lnSpc>
              </a:pPr>
              <a:r>
                <a:rPr lang="en-US" b="true" sz="2514">
                  <a:solidFill>
                    <a:srgbClr val="16311F"/>
                  </a:solidFill>
                  <a:latin typeface="IBM Plex Sans Arabic Bold"/>
                  <a:ea typeface="IBM Plex Sans Arabic Bold"/>
                  <a:cs typeface="IBM Plex Sans Arabic Bold"/>
                  <a:sym typeface="IBM Plex Sans Arabic Bold"/>
                </a:rPr>
                <a:t>Whisper </a:t>
              </a:r>
              <a:r>
                <a:rPr lang="ar-EG" b="true" sz="2514">
                  <a:solidFill>
                    <a:srgbClr val="16311F"/>
                  </a:solidFill>
                  <a:latin typeface="IBM Plex Sans Arabic Bold"/>
                  <a:ea typeface="IBM Plex Sans Arabic Bold"/>
                  <a:cs typeface="IBM Plex Sans Arabic Bold"/>
                  <a:sym typeface="IBM Plex Sans Arabic Bold"/>
                  <a:rtl val="true"/>
                </a:rPr>
                <a:t>نموذج</a:t>
              </a:r>
            </a:p>
          </p:txBody>
        </p:sp>
        <p:sp>
          <p:nvSpPr>
            <p:cNvPr name="TextBox 44" id="44"/>
            <p:cNvSpPr txBox="true"/>
            <p:nvPr/>
          </p:nvSpPr>
          <p:spPr>
            <a:xfrm rot="0">
              <a:off x="949754" y="3655781"/>
              <a:ext cx="1043044" cy="3436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rtl="true">
                <a:lnSpc>
                  <a:spcPts val="2229"/>
                </a:lnSpc>
              </a:pPr>
              <a:r>
                <a:rPr lang="ar-EG" sz="1592">
                  <a:solidFill>
                    <a:srgbClr val="5D6B62"/>
                  </a:solidFill>
                  <a:latin typeface="IBM Plex Sans Arabic"/>
                  <a:ea typeface="IBM Plex Sans Arabic"/>
                  <a:cs typeface="IBM Plex Sans Arabic"/>
                  <a:sym typeface="IBM Plex Sans Arabic"/>
                  <a:rtl val="true"/>
                </a:rPr>
                <a:t> نص</a:t>
              </a:r>
            </a:p>
          </p:txBody>
        </p:sp>
        <p:sp>
          <p:nvSpPr>
            <p:cNvPr name="TextBox 45" id="45"/>
            <p:cNvSpPr txBox="true"/>
            <p:nvPr/>
          </p:nvSpPr>
          <p:spPr>
            <a:xfrm rot="0">
              <a:off x="2253037" y="3688396"/>
              <a:ext cx="1282860" cy="3436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rtl="true" marL="0" indent="0" lvl="0">
                <a:lnSpc>
                  <a:spcPts val="2229"/>
                </a:lnSpc>
                <a:spcBef>
                  <a:spcPct val="0"/>
                </a:spcBef>
              </a:pPr>
              <a:r>
                <a:rPr lang="ar-EG" sz="1592" spc="3" strike="noStrike" u="none">
                  <a:solidFill>
                    <a:srgbClr val="5D6B62"/>
                  </a:solidFill>
                  <a:latin typeface="IBM Plex Sans Arabic"/>
                  <a:ea typeface="IBM Plex Sans Arabic"/>
                  <a:cs typeface="IBM Plex Sans Arabic"/>
                  <a:sym typeface="IBM Plex Sans Arabic"/>
                  <a:rtl val="true"/>
                </a:rPr>
                <a:t>عربي منطوق</a:t>
              </a:r>
            </a:p>
          </p:txBody>
        </p:sp>
        <p:sp>
          <p:nvSpPr>
            <p:cNvPr name="TextBox 46" id="46"/>
            <p:cNvSpPr txBox="true"/>
            <p:nvPr/>
          </p:nvSpPr>
          <p:spPr>
            <a:xfrm rot="0">
              <a:off x="1983374" y="3668537"/>
              <a:ext cx="275057" cy="3656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29"/>
                </a:lnSpc>
              </a:pPr>
              <a:r>
                <a:rPr lang="en-US" sz="1592">
                  <a:solidFill>
                    <a:srgbClr val="5D6B62"/>
                  </a:solidFill>
                  <a:latin typeface="Arial"/>
                  <a:ea typeface="Arial"/>
                  <a:cs typeface="Arial"/>
                  <a:sym typeface="Arial"/>
                </a:rPr>
                <a:t>←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 show="false">
  <p:cSld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028825" y="695325"/>
            <a:ext cx="10791825" cy="9525"/>
            <a:chOff x="0" y="0"/>
            <a:chExt cx="14389100" cy="127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389100" cy="12700"/>
            </a:xfrm>
            <a:custGeom>
              <a:avLst/>
              <a:gdLst/>
              <a:ahLst/>
              <a:cxnLst/>
              <a:rect r="r" b="b" t="t" l="l"/>
              <a:pathLst>
                <a:path h="12700" w="14389100">
                  <a:moveTo>
                    <a:pt x="0" y="12700"/>
                  </a:moveTo>
                  <a:lnTo>
                    <a:pt x="0" y="0"/>
                  </a:lnTo>
                  <a:lnTo>
                    <a:pt x="14389100" y="0"/>
                  </a:lnTo>
                  <a:lnTo>
                    <a:pt x="14389100" y="12700"/>
                  </a:lnTo>
                  <a:close/>
                </a:path>
              </a:pathLst>
            </a:custGeom>
            <a:solidFill>
              <a:srgbClr val="8A651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4389100" cy="50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5" id="5" descr="هاكاثون هداية"/>
          <p:cNvSpPr/>
          <p:nvPr/>
        </p:nvSpPr>
        <p:spPr>
          <a:xfrm flipH="false" flipV="false" rot="0">
            <a:off x="990600" y="457200"/>
            <a:ext cx="771525" cy="476250"/>
          </a:xfrm>
          <a:custGeom>
            <a:avLst/>
            <a:gdLst/>
            <a:ahLst/>
            <a:cxnLst/>
            <a:rect r="r" b="b" t="t" l="l"/>
            <a:pathLst>
              <a:path h="476250" w="771525">
                <a:moveTo>
                  <a:pt x="0" y="0"/>
                </a:moveTo>
                <a:lnTo>
                  <a:pt x="771525" y="0"/>
                </a:lnTo>
                <a:lnTo>
                  <a:pt x="771525" y="476250"/>
                </a:lnTo>
                <a:lnTo>
                  <a:pt x="0" y="4762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18" r="0" b="-118"/>
            </a:stretch>
          </a:blipFill>
        </p:spPr>
      </p:sp>
      <p:sp>
        <p:nvSpPr>
          <p:cNvPr name="Freeform 6" id="6" descr="شعار مُعين"/>
          <p:cNvSpPr/>
          <p:nvPr/>
        </p:nvSpPr>
        <p:spPr>
          <a:xfrm flipH="false" flipV="false" rot="0">
            <a:off x="13049822" y="324888"/>
            <a:ext cx="1233268" cy="767296"/>
          </a:xfrm>
          <a:custGeom>
            <a:avLst/>
            <a:gdLst/>
            <a:ahLst/>
            <a:cxnLst/>
            <a:rect r="r" b="b" t="t" l="l"/>
            <a:pathLst>
              <a:path h="767296" w="1233268">
                <a:moveTo>
                  <a:pt x="0" y="0"/>
                </a:moveTo>
                <a:lnTo>
                  <a:pt x="1233268" y="0"/>
                </a:lnTo>
                <a:lnTo>
                  <a:pt x="1233268" y="767296"/>
                </a:lnTo>
                <a:lnTo>
                  <a:pt x="0" y="76729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291" t="0" r="-291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1201400" y="3714750"/>
            <a:ext cx="3048000" cy="2381250"/>
            <a:chOff x="0" y="0"/>
            <a:chExt cx="4064000" cy="3175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064000" cy="3175000"/>
            </a:xfrm>
            <a:custGeom>
              <a:avLst/>
              <a:gdLst/>
              <a:ahLst/>
              <a:cxnLst/>
              <a:rect r="r" b="b" t="t" l="l"/>
              <a:pathLst>
                <a:path h="3175000" w="4064000">
                  <a:moveTo>
                    <a:pt x="228600" y="0"/>
                  </a:moveTo>
                  <a:lnTo>
                    <a:pt x="3835400" y="0"/>
                  </a:lnTo>
                  <a:cubicBezTo>
                    <a:pt x="3961652" y="0"/>
                    <a:pt x="4064000" y="102348"/>
                    <a:pt x="4064000" y="228600"/>
                  </a:cubicBezTo>
                  <a:lnTo>
                    <a:pt x="4064000" y="2946400"/>
                  </a:lnTo>
                  <a:cubicBezTo>
                    <a:pt x="4064000" y="3072652"/>
                    <a:pt x="3961652" y="3175000"/>
                    <a:pt x="3835400" y="3175000"/>
                  </a:cubicBezTo>
                  <a:lnTo>
                    <a:pt x="228600" y="3175000"/>
                  </a:lnTo>
                  <a:cubicBezTo>
                    <a:pt x="102348" y="3175000"/>
                    <a:pt x="0" y="3072652"/>
                    <a:pt x="0" y="2946400"/>
                  </a:cubicBezTo>
                  <a:lnTo>
                    <a:pt x="0" y="228600"/>
                  </a:lnTo>
                  <a:cubicBezTo>
                    <a:pt x="0" y="102348"/>
                    <a:pt x="102348" y="0"/>
                    <a:pt x="228600" y="0"/>
                  </a:cubicBezTo>
                  <a:close/>
                </a:path>
              </a:pathLst>
            </a:custGeom>
            <a:solidFill>
              <a:srgbClr val="EFEBE1"/>
            </a:solidFill>
            <a:ln w="9525" cap="sq">
              <a:solidFill>
                <a:srgbClr val="D9C9A4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064000" cy="321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096000" y="3714750"/>
            <a:ext cx="3048000" cy="2381250"/>
            <a:chOff x="0" y="0"/>
            <a:chExt cx="4064000" cy="3175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064000" cy="3175000"/>
            </a:xfrm>
            <a:custGeom>
              <a:avLst/>
              <a:gdLst/>
              <a:ahLst/>
              <a:cxnLst/>
              <a:rect r="r" b="b" t="t" l="l"/>
              <a:pathLst>
                <a:path h="3175000" w="4064000">
                  <a:moveTo>
                    <a:pt x="228600" y="0"/>
                  </a:moveTo>
                  <a:lnTo>
                    <a:pt x="3835400" y="0"/>
                  </a:lnTo>
                  <a:cubicBezTo>
                    <a:pt x="3961652" y="0"/>
                    <a:pt x="4064000" y="102348"/>
                    <a:pt x="4064000" y="228600"/>
                  </a:cubicBezTo>
                  <a:lnTo>
                    <a:pt x="4064000" y="2946400"/>
                  </a:lnTo>
                  <a:cubicBezTo>
                    <a:pt x="4064000" y="3072652"/>
                    <a:pt x="3961652" y="3175000"/>
                    <a:pt x="3835400" y="3175000"/>
                  </a:cubicBezTo>
                  <a:lnTo>
                    <a:pt x="228600" y="3175000"/>
                  </a:lnTo>
                  <a:cubicBezTo>
                    <a:pt x="102348" y="3175000"/>
                    <a:pt x="0" y="3072652"/>
                    <a:pt x="0" y="2946400"/>
                  </a:cubicBezTo>
                  <a:lnTo>
                    <a:pt x="0" y="228600"/>
                  </a:lnTo>
                  <a:cubicBezTo>
                    <a:pt x="0" y="102348"/>
                    <a:pt x="102348" y="0"/>
                    <a:pt x="228600" y="0"/>
                  </a:cubicBezTo>
                  <a:close/>
                </a:path>
              </a:pathLst>
            </a:custGeom>
            <a:solidFill>
              <a:srgbClr val="EFEBE1"/>
            </a:solidFill>
            <a:ln w="9525" cap="sq">
              <a:solidFill>
                <a:srgbClr val="D9C9A4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4064000" cy="321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90600" y="3714750"/>
            <a:ext cx="3048000" cy="2381250"/>
            <a:chOff x="0" y="0"/>
            <a:chExt cx="4064000" cy="3175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064000" cy="3175000"/>
            </a:xfrm>
            <a:custGeom>
              <a:avLst/>
              <a:gdLst/>
              <a:ahLst/>
              <a:cxnLst/>
              <a:rect r="r" b="b" t="t" l="l"/>
              <a:pathLst>
                <a:path h="3175000" w="4064000">
                  <a:moveTo>
                    <a:pt x="228600" y="0"/>
                  </a:moveTo>
                  <a:lnTo>
                    <a:pt x="3835400" y="0"/>
                  </a:lnTo>
                  <a:cubicBezTo>
                    <a:pt x="3961652" y="0"/>
                    <a:pt x="4064000" y="102348"/>
                    <a:pt x="4064000" y="228600"/>
                  </a:cubicBezTo>
                  <a:lnTo>
                    <a:pt x="4064000" y="2946400"/>
                  </a:lnTo>
                  <a:cubicBezTo>
                    <a:pt x="4064000" y="3072652"/>
                    <a:pt x="3961652" y="3175000"/>
                    <a:pt x="3835400" y="3175000"/>
                  </a:cubicBezTo>
                  <a:lnTo>
                    <a:pt x="228600" y="3175000"/>
                  </a:lnTo>
                  <a:cubicBezTo>
                    <a:pt x="102348" y="3175000"/>
                    <a:pt x="0" y="3072652"/>
                    <a:pt x="0" y="2946400"/>
                  </a:cubicBezTo>
                  <a:lnTo>
                    <a:pt x="0" y="228600"/>
                  </a:lnTo>
                  <a:cubicBezTo>
                    <a:pt x="0" y="102348"/>
                    <a:pt x="102348" y="0"/>
                    <a:pt x="228600" y="0"/>
                  </a:cubicBezTo>
                  <a:close/>
                </a:path>
              </a:pathLst>
            </a:custGeom>
            <a:solidFill>
              <a:srgbClr val="EFEBE1"/>
            </a:solidFill>
            <a:ln w="9525" cap="sq">
              <a:solidFill>
                <a:srgbClr val="D9C9A4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4064000" cy="321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990600" y="1123950"/>
            <a:ext cx="13258800" cy="821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6719"/>
              </a:lnSpc>
            </a:pPr>
            <a:r>
              <a:rPr lang="ar-EG" b="true" sz="4800">
                <a:solidFill>
                  <a:srgbClr val="C0912D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  <a:rtl val="true"/>
              </a:rPr>
              <a:t>كيف تحقّقنا؟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127515" y="5039850"/>
            <a:ext cx="1195771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480"/>
              </a:lnSpc>
              <a:spcBef>
                <a:spcPct val="0"/>
              </a:spcBef>
            </a:pPr>
            <a:r>
              <a:rPr lang="ar-EG" b="true" sz="3200" strike="noStrike" u="none">
                <a:solidFill>
                  <a:srgbClr val="8A6516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  <a:rtl val="true"/>
              </a:rPr>
              <a:t>اختبار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668395" y="3788671"/>
            <a:ext cx="1893285" cy="11094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96"/>
              </a:lnSpc>
            </a:pPr>
            <a:r>
              <a:rPr lang="en-US" sz="6569" b="true">
                <a:solidFill>
                  <a:srgbClr val="C0912D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</a:rPr>
              <a:t>+30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258084" y="3912475"/>
            <a:ext cx="2666681" cy="985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 marL="0" indent="0" lvl="0">
              <a:lnSpc>
                <a:spcPts val="8141"/>
              </a:lnSpc>
              <a:spcBef>
                <a:spcPct val="0"/>
              </a:spcBef>
            </a:pPr>
            <a:r>
              <a:rPr lang="en-US" b="true" sz="5815" strike="noStrike" u="none">
                <a:solidFill>
                  <a:srgbClr val="C0912D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</a:rPr>
              <a:t>3.0</a:t>
            </a:r>
            <a:r>
              <a:rPr lang="ar-EG" b="true" sz="5815" strike="noStrike" u="none">
                <a:solidFill>
                  <a:srgbClr val="C0912D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  <a:rtl val="true"/>
              </a:rPr>
              <a:t> ث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460745" y="5189193"/>
            <a:ext cx="2318510" cy="306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2520"/>
              </a:lnSpc>
            </a:pPr>
            <a:r>
              <a:rPr lang="ar-EG" b="true" sz="1800">
                <a:solidFill>
                  <a:srgbClr val="8A6516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  <a:rtl val="true"/>
              </a:rPr>
              <a:t>معالجة لكل </a:t>
            </a:r>
            <a:r>
              <a:rPr lang="en-US" b="true" sz="1800">
                <a:solidFill>
                  <a:srgbClr val="8A6516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</a:rPr>
              <a:t>15</a:t>
            </a:r>
            <a:r>
              <a:rPr lang="ar-EG" b="true" sz="1800">
                <a:solidFill>
                  <a:srgbClr val="8A6516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  <a:rtl val="true"/>
              </a:rPr>
              <a:t> ثانية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52844" y="3855348"/>
            <a:ext cx="2666681" cy="985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 marL="0" indent="0" lvl="0">
              <a:lnSpc>
                <a:spcPts val="8141"/>
              </a:lnSpc>
              <a:spcBef>
                <a:spcPct val="0"/>
              </a:spcBef>
            </a:pPr>
            <a:r>
              <a:rPr lang="ar-EG" b="true" sz="5815">
                <a:solidFill>
                  <a:srgbClr val="C0912D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  <a:rtl val="true"/>
              </a:rPr>
              <a:t>لا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857375" y="5074893"/>
            <a:ext cx="1195771" cy="537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 marL="0" indent="0" lvl="0">
              <a:lnSpc>
                <a:spcPts val="4480"/>
              </a:lnSpc>
              <a:spcBef>
                <a:spcPct val="0"/>
              </a:spcBef>
            </a:pPr>
            <a:r>
              <a:rPr lang="ar-EG" b="true" sz="3200">
                <a:solidFill>
                  <a:srgbClr val="8A6516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  <a:rtl val="true"/>
              </a:rPr>
              <a:t>إنترنت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63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3503" y="-63503"/>
            <a:ext cx="15366997" cy="8699497"/>
          </a:xfrm>
          <a:custGeom>
            <a:avLst/>
            <a:gdLst/>
            <a:ahLst/>
            <a:cxnLst/>
            <a:rect r="r" b="b" t="t" l="l"/>
            <a:pathLst>
              <a:path h="8699497" w="15366997">
                <a:moveTo>
                  <a:pt x="0" y="0"/>
                </a:moveTo>
                <a:lnTo>
                  <a:pt x="15366997" y="0"/>
                </a:lnTo>
                <a:lnTo>
                  <a:pt x="15366997" y="8699497"/>
                </a:lnTo>
                <a:lnTo>
                  <a:pt x="0" y="86994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90600" y="457200"/>
            <a:ext cx="771525" cy="476250"/>
            <a:chOff x="0" y="0"/>
            <a:chExt cx="1028700" cy="635000"/>
          </a:xfrm>
        </p:grpSpPr>
        <p:sp>
          <p:nvSpPr>
            <p:cNvPr name="Freeform 4" id="4" descr="هاكاثون هداية"/>
            <p:cNvSpPr/>
            <p:nvPr/>
          </p:nvSpPr>
          <p:spPr>
            <a:xfrm flipH="false" flipV="false" rot="0">
              <a:off x="0" y="0"/>
              <a:ext cx="1028700" cy="635000"/>
            </a:xfrm>
            <a:custGeom>
              <a:avLst/>
              <a:gdLst/>
              <a:ahLst/>
              <a:cxnLst/>
              <a:rect r="r" b="b" t="t" l="l"/>
              <a:pathLst>
                <a:path h="635000" w="1028700">
                  <a:moveTo>
                    <a:pt x="0" y="0"/>
                  </a:moveTo>
                  <a:lnTo>
                    <a:pt x="1028700" y="0"/>
                  </a:lnTo>
                  <a:lnTo>
                    <a:pt x="1028700" y="635000"/>
                  </a:lnTo>
                  <a:lnTo>
                    <a:pt x="0" y="635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6526635" y="5531987"/>
            <a:ext cx="82544" cy="4848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b="true" sz="2700">
                <a:solidFill>
                  <a:srgbClr val="F5F3EE"/>
                </a:solidFill>
                <a:latin typeface="IBM Plex Sans Arabic Medium"/>
                <a:ea typeface="IBM Plex Sans Arabic Medium"/>
                <a:cs typeface="IBM Plex Sans Arabic Medium"/>
                <a:sym typeface="IBM Plex Sans Arabic Medium"/>
              </a:rPr>
              <a:t>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228077" y="2424344"/>
            <a:ext cx="10783847" cy="3533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14200"/>
              </a:lnSpc>
            </a:pPr>
            <a:r>
              <a:rPr lang="ar-EG" b="true" sz="10143">
                <a:solidFill>
                  <a:srgbClr val="E1BF75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  <a:rtl val="true"/>
              </a:rPr>
              <a:t>التصميم </a:t>
            </a:r>
          </a:p>
          <a:p>
            <a:pPr algn="ctr" rtl="true" marL="0" indent="0" lvl="0">
              <a:lnSpc>
                <a:spcPts val="14200"/>
              </a:lnSpc>
              <a:spcBef>
                <a:spcPct val="0"/>
              </a:spcBef>
            </a:pPr>
            <a:r>
              <a:rPr lang="ar-EG" b="true" sz="10143">
                <a:solidFill>
                  <a:srgbClr val="E1BF75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  <a:rtl val="true"/>
              </a:rPr>
              <a:t>والدائرة الكهربائية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028825" y="695325"/>
            <a:ext cx="10791825" cy="9525"/>
            <a:chOff x="0" y="0"/>
            <a:chExt cx="10791825" cy="95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791825" cy="9525"/>
            </a:xfrm>
            <a:custGeom>
              <a:avLst/>
              <a:gdLst/>
              <a:ahLst/>
              <a:cxnLst/>
              <a:rect r="r" b="b" t="t" l="l"/>
              <a:pathLst>
                <a:path h="9525" w="10791825">
                  <a:moveTo>
                    <a:pt x="0" y="9525"/>
                  </a:moveTo>
                  <a:lnTo>
                    <a:pt x="0" y="0"/>
                  </a:lnTo>
                  <a:lnTo>
                    <a:pt x="10791825" y="0"/>
                  </a:lnTo>
                  <a:lnTo>
                    <a:pt x="10791825" y="9525"/>
                  </a:lnTo>
                  <a:close/>
                </a:path>
              </a:pathLst>
            </a:custGeom>
            <a:solidFill>
              <a:srgbClr val="8A6516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3049822" y="324888"/>
            <a:ext cx="1233268" cy="767296"/>
          </a:xfrm>
          <a:custGeom>
            <a:avLst/>
            <a:gdLst/>
            <a:ahLst/>
            <a:cxnLst/>
            <a:rect r="r" b="b" t="t" l="l"/>
            <a:pathLst>
              <a:path h="767296" w="1233268">
                <a:moveTo>
                  <a:pt x="0" y="0"/>
                </a:moveTo>
                <a:lnTo>
                  <a:pt x="1233268" y="0"/>
                </a:lnTo>
                <a:lnTo>
                  <a:pt x="1233268" y="767296"/>
                </a:lnTo>
                <a:lnTo>
                  <a:pt x="0" y="7672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990600" y="457200"/>
            <a:ext cx="771525" cy="476250"/>
            <a:chOff x="0" y="0"/>
            <a:chExt cx="1028700" cy="635000"/>
          </a:xfrm>
        </p:grpSpPr>
        <p:sp>
          <p:nvSpPr>
            <p:cNvPr name="Freeform 6" id="6" descr="هاكاثون هداية"/>
            <p:cNvSpPr/>
            <p:nvPr/>
          </p:nvSpPr>
          <p:spPr>
            <a:xfrm flipH="false" flipV="false" rot="0">
              <a:off x="0" y="0"/>
              <a:ext cx="1028700" cy="635000"/>
            </a:xfrm>
            <a:custGeom>
              <a:avLst/>
              <a:gdLst/>
              <a:ahLst/>
              <a:cxnLst/>
              <a:rect r="r" b="b" t="t" l="l"/>
              <a:pathLst>
                <a:path h="635000" w="1028700">
                  <a:moveTo>
                    <a:pt x="0" y="0"/>
                  </a:moveTo>
                  <a:lnTo>
                    <a:pt x="1028700" y="0"/>
                  </a:lnTo>
                  <a:lnTo>
                    <a:pt x="1028700" y="635000"/>
                  </a:lnTo>
                  <a:lnTo>
                    <a:pt x="0" y="635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192517" y="2914576"/>
            <a:ext cx="7232220" cy="4924171"/>
          </a:xfrm>
          <a:custGeom>
            <a:avLst/>
            <a:gdLst/>
            <a:ahLst/>
            <a:cxnLst/>
            <a:rect r="r" b="b" t="t" l="l"/>
            <a:pathLst>
              <a:path h="4924171" w="7232220">
                <a:moveTo>
                  <a:pt x="0" y="0"/>
                </a:moveTo>
                <a:lnTo>
                  <a:pt x="7232221" y="0"/>
                </a:lnTo>
                <a:lnTo>
                  <a:pt x="7232221" y="4924171"/>
                </a:lnTo>
                <a:lnTo>
                  <a:pt x="0" y="492417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492850" y="3035729"/>
            <a:ext cx="6631555" cy="4681865"/>
          </a:xfrm>
          <a:custGeom>
            <a:avLst/>
            <a:gdLst/>
            <a:ahLst/>
            <a:cxnLst/>
            <a:rect r="r" b="b" t="t" l="l"/>
            <a:pathLst>
              <a:path h="4681865" w="6631555">
                <a:moveTo>
                  <a:pt x="0" y="0"/>
                </a:moveTo>
                <a:lnTo>
                  <a:pt x="6631555" y="0"/>
                </a:lnTo>
                <a:lnTo>
                  <a:pt x="6631555" y="4681865"/>
                </a:lnTo>
                <a:lnTo>
                  <a:pt x="0" y="468186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7424738" y="1427191"/>
            <a:ext cx="7815262" cy="5321144"/>
          </a:xfrm>
          <a:custGeom>
            <a:avLst/>
            <a:gdLst/>
            <a:ahLst/>
            <a:cxnLst/>
            <a:rect r="r" b="b" t="t" l="l"/>
            <a:pathLst>
              <a:path h="5321144" w="7815262">
                <a:moveTo>
                  <a:pt x="0" y="0"/>
                </a:moveTo>
                <a:lnTo>
                  <a:pt x="7815262" y="0"/>
                </a:lnTo>
                <a:lnTo>
                  <a:pt x="7815262" y="5321144"/>
                </a:lnTo>
                <a:lnTo>
                  <a:pt x="0" y="532114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7904354" y="1791343"/>
            <a:ext cx="7115880" cy="4592840"/>
            <a:chOff x="0" y="0"/>
            <a:chExt cx="9487840" cy="6123787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6480580" y="3915795"/>
              <a:ext cx="82537" cy="4848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35"/>
                </a:lnSpc>
              </a:pPr>
              <a:r>
                <a:rPr lang="en-US" b="true" sz="2025">
                  <a:solidFill>
                    <a:srgbClr val="8A6516"/>
                  </a:solidFill>
                  <a:latin typeface="IBM Plex Sans Arabic Bold"/>
                  <a:ea typeface="IBM Plex Sans Arabic Bold"/>
                  <a:cs typeface="IBM Plex Sans Arabic Bold"/>
                  <a:sym typeface="IBM Plex Sans Arabic Bold"/>
                </a:rPr>
                <a:t> </a:t>
              </a:r>
            </a:p>
          </p:txBody>
        </p:sp>
        <p:grpSp>
          <p:nvGrpSpPr>
            <p:cNvPr name="Group 12" id="12"/>
            <p:cNvGrpSpPr/>
            <p:nvPr/>
          </p:nvGrpSpPr>
          <p:grpSpPr>
            <a:xfrm rot="0">
              <a:off x="6043210" y="5177017"/>
              <a:ext cx="3444630" cy="946770"/>
              <a:chOff x="0" y="0"/>
              <a:chExt cx="4343400" cy="11938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343400" cy="1193800"/>
              </a:xfrm>
              <a:custGeom>
                <a:avLst/>
                <a:gdLst/>
                <a:ahLst/>
                <a:cxnLst/>
                <a:rect r="r" b="b" t="t" l="l"/>
                <a:pathLst>
                  <a:path h="1193800" w="4343400">
                    <a:moveTo>
                      <a:pt x="0" y="0"/>
                    </a:moveTo>
                    <a:lnTo>
                      <a:pt x="4343400" y="0"/>
                    </a:lnTo>
                    <a:lnTo>
                      <a:pt x="4343400" y="1193800"/>
                    </a:lnTo>
                    <a:lnTo>
                      <a:pt x="0" y="11938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w="14288" cap="sq">
                <a:solidFill>
                  <a:srgbClr val="1B2A20"/>
                </a:solidFill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4343400" cy="1231900"/>
              </a:xfrm>
              <a:prstGeom prst="rect">
                <a:avLst/>
              </a:prstGeom>
            </p:spPr>
            <p:txBody>
              <a:bodyPr anchor="ctr" rtlCol="false" tIns="40288" lIns="40288" bIns="40288" rIns="40288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6043210" y="5479177"/>
              <a:ext cx="3444630" cy="15108"/>
              <a:chOff x="0" y="0"/>
              <a:chExt cx="4343400" cy="1905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343400" cy="19050"/>
              </a:xfrm>
              <a:custGeom>
                <a:avLst/>
                <a:gdLst/>
                <a:ahLst/>
                <a:cxnLst/>
                <a:rect r="r" b="b" t="t" l="l"/>
                <a:pathLst>
                  <a:path h="19050" w="4343400">
                    <a:moveTo>
                      <a:pt x="0" y="0"/>
                    </a:moveTo>
                    <a:lnTo>
                      <a:pt x="4343400" y="0"/>
                    </a:lnTo>
                    <a:lnTo>
                      <a:pt x="4343400" y="19050"/>
                    </a:lnTo>
                    <a:lnTo>
                      <a:pt x="0" y="1905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B2A2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38100"/>
                <a:ext cx="4343400" cy="57150"/>
              </a:xfrm>
              <a:prstGeom prst="rect">
                <a:avLst/>
              </a:prstGeom>
            </p:spPr>
            <p:txBody>
              <a:bodyPr anchor="ctr" rtlCol="false" tIns="40288" lIns="40288" bIns="40288" rIns="40288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6043210" y="5801482"/>
              <a:ext cx="3444630" cy="15108"/>
              <a:chOff x="0" y="0"/>
              <a:chExt cx="4343400" cy="1905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4343400" cy="19050"/>
              </a:xfrm>
              <a:custGeom>
                <a:avLst/>
                <a:gdLst/>
                <a:ahLst/>
                <a:cxnLst/>
                <a:rect r="r" b="b" t="t" l="l"/>
                <a:pathLst>
                  <a:path h="19050" w="4343400">
                    <a:moveTo>
                      <a:pt x="0" y="0"/>
                    </a:moveTo>
                    <a:lnTo>
                      <a:pt x="4343400" y="0"/>
                    </a:lnTo>
                    <a:lnTo>
                      <a:pt x="4343400" y="19050"/>
                    </a:lnTo>
                    <a:lnTo>
                      <a:pt x="0" y="1905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B2A2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38100"/>
                <a:ext cx="4343400" cy="57150"/>
              </a:xfrm>
              <a:prstGeom prst="rect">
                <a:avLst/>
              </a:prstGeom>
            </p:spPr>
            <p:txBody>
              <a:bodyPr anchor="ctr" rtlCol="false" tIns="40288" lIns="40288" bIns="40288" rIns="40288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21" id="21"/>
            <p:cNvGrpSpPr/>
            <p:nvPr/>
          </p:nvGrpSpPr>
          <p:grpSpPr>
            <a:xfrm rot="0">
              <a:off x="3525206" y="412953"/>
              <a:ext cx="2014403" cy="3525206"/>
              <a:chOff x="0" y="0"/>
              <a:chExt cx="2540000" cy="444500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2540000" cy="4445000"/>
              </a:xfrm>
              <a:custGeom>
                <a:avLst/>
                <a:gdLst/>
                <a:ahLst/>
                <a:cxnLst/>
                <a:rect r="r" b="b" t="t" l="l"/>
                <a:pathLst>
                  <a:path h="4445000" w="2540000">
                    <a:moveTo>
                      <a:pt x="0" y="0"/>
                    </a:moveTo>
                    <a:lnTo>
                      <a:pt x="2540000" y="0"/>
                    </a:lnTo>
                    <a:lnTo>
                      <a:pt x="2540000" y="4445000"/>
                    </a:lnTo>
                    <a:lnTo>
                      <a:pt x="0" y="44450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w="14288" cap="sq">
                <a:solidFill>
                  <a:srgbClr val="1B2A20"/>
                </a:solidFill>
                <a:prstDash val="solid"/>
                <a:miter/>
              </a:ln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38100"/>
                <a:ext cx="2540000" cy="4483100"/>
              </a:xfrm>
              <a:prstGeom prst="rect">
                <a:avLst/>
              </a:prstGeom>
            </p:spPr>
            <p:txBody>
              <a:bodyPr anchor="ctr" rtlCol="false" tIns="40288" lIns="40288" bIns="40288" rIns="40288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24" id="24"/>
            <p:cNvGrpSpPr/>
            <p:nvPr/>
          </p:nvGrpSpPr>
          <p:grpSpPr>
            <a:xfrm rot="0">
              <a:off x="302161" y="412953"/>
              <a:ext cx="1611523" cy="1107922"/>
              <a:chOff x="0" y="0"/>
              <a:chExt cx="2032000" cy="1397000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2032000" cy="1397000"/>
              </a:xfrm>
              <a:custGeom>
                <a:avLst/>
                <a:gdLst/>
                <a:ahLst/>
                <a:cxnLst/>
                <a:rect r="r" b="b" t="t" l="l"/>
                <a:pathLst>
                  <a:path h="1397000" w="2032000">
                    <a:moveTo>
                      <a:pt x="0" y="0"/>
                    </a:moveTo>
                    <a:lnTo>
                      <a:pt x="2032000" y="0"/>
                    </a:lnTo>
                    <a:lnTo>
                      <a:pt x="2032000" y="1397000"/>
                    </a:lnTo>
                    <a:lnTo>
                      <a:pt x="0" y="13970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w="14288" cap="sq">
                <a:solidFill>
                  <a:srgbClr val="1B2A20"/>
                </a:solidFill>
                <a:prstDash val="solid"/>
                <a:miter/>
              </a:ln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38100"/>
                <a:ext cx="2032000" cy="1435100"/>
              </a:xfrm>
              <a:prstGeom prst="rect">
                <a:avLst/>
              </a:prstGeom>
            </p:spPr>
            <p:txBody>
              <a:bodyPr anchor="ctr" rtlCol="false" tIns="40288" lIns="40288" bIns="40288" rIns="40288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27" id="27"/>
            <p:cNvGrpSpPr/>
            <p:nvPr/>
          </p:nvGrpSpPr>
          <p:grpSpPr>
            <a:xfrm rot="0">
              <a:off x="503601" y="3333838"/>
              <a:ext cx="1410082" cy="1057562"/>
              <a:chOff x="0" y="0"/>
              <a:chExt cx="1778000" cy="1333500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1778000" cy="1333500"/>
              </a:xfrm>
              <a:custGeom>
                <a:avLst/>
                <a:gdLst/>
                <a:ahLst/>
                <a:cxnLst/>
                <a:rect r="r" b="b" t="t" l="l"/>
                <a:pathLst>
                  <a:path h="1333500" w="1778000">
                    <a:moveTo>
                      <a:pt x="0" y="0"/>
                    </a:moveTo>
                    <a:lnTo>
                      <a:pt x="1778000" y="0"/>
                    </a:lnTo>
                    <a:lnTo>
                      <a:pt x="1778000" y="1333500"/>
                    </a:lnTo>
                    <a:lnTo>
                      <a:pt x="0" y="13335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w="14288" cap="sq">
                <a:solidFill>
                  <a:srgbClr val="1B2A20"/>
                </a:solidFill>
                <a:prstDash val="solid"/>
                <a:miter/>
              </a:ln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-38100"/>
                <a:ext cx="1778000" cy="1371600"/>
              </a:xfrm>
              <a:prstGeom prst="rect">
                <a:avLst/>
              </a:prstGeom>
            </p:spPr>
            <p:txBody>
              <a:bodyPr anchor="ctr" rtlCol="false" tIns="40288" lIns="40288" bIns="40288" rIns="40288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30" id="30"/>
            <p:cNvGrpSpPr/>
            <p:nvPr/>
          </p:nvGrpSpPr>
          <p:grpSpPr>
            <a:xfrm rot="0">
              <a:off x="6748252" y="412953"/>
              <a:ext cx="1611523" cy="1259002"/>
              <a:chOff x="0" y="0"/>
              <a:chExt cx="2032000" cy="1587500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2032000" cy="1587500"/>
              </a:xfrm>
              <a:custGeom>
                <a:avLst/>
                <a:gdLst/>
                <a:ahLst/>
                <a:cxnLst/>
                <a:rect r="r" b="b" t="t" l="l"/>
                <a:pathLst>
                  <a:path h="1587500" w="2032000">
                    <a:moveTo>
                      <a:pt x="0" y="0"/>
                    </a:moveTo>
                    <a:lnTo>
                      <a:pt x="2032000" y="0"/>
                    </a:lnTo>
                    <a:lnTo>
                      <a:pt x="2032000" y="1587500"/>
                    </a:lnTo>
                    <a:lnTo>
                      <a:pt x="0" y="15875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w="14288" cap="sq">
                <a:solidFill>
                  <a:srgbClr val="1B2A20"/>
                </a:solidFill>
                <a:prstDash val="solid"/>
                <a:miter/>
              </a:ln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0" y="-38100"/>
                <a:ext cx="2032000" cy="1625600"/>
              </a:xfrm>
              <a:prstGeom prst="rect">
                <a:avLst/>
              </a:prstGeom>
            </p:spPr>
            <p:txBody>
              <a:bodyPr anchor="ctr" rtlCol="false" tIns="40288" lIns="40288" bIns="40288" rIns="40288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33" id="33"/>
            <p:cNvGrpSpPr/>
            <p:nvPr/>
          </p:nvGrpSpPr>
          <p:grpSpPr>
            <a:xfrm rot="0">
              <a:off x="2538148" y="956842"/>
              <a:ext cx="987058" cy="20144"/>
              <a:chOff x="0" y="0"/>
              <a:chExt cx="1244600" cy="25400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1244600" cy="25400"/>
              </a:xfrm>
              <a:custGeom>
                <a:avLst/>
                <a:gdLst/>
                <a:ahLst/>
                <a:cxnLst/>
                <a:rect r="r" b="b" t="t" l="l"/>
                <a:pathLst>
                  <a:path h="25400" w="1244600">
                    <a:moveTo>
                      <a:pt x="0" y="0"/>
                    </a:moveTo>
                    <a:lnTo>
                      <a:pt x="1244600" y="0"/>
                    </a:lnTo>
                    <a:lnTo>
                      <a:pt x="1244600" y="25400"/>
                    </a:lnTo>
                    <a:lnTo>
                      <a:pt x="0" y="25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B2A2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0" y="-38100"/>
                <a:ext cx="1244600" cy="63500"/>
              </a:xfrm>
              <a:prstGeom prst="rect">
                <a:avLst/>
              </a:prstGeom>
            </p:spPr>
            <p:txBody>
              <a:bodyPr anchor="ctr" rtlCol="false" tIns="40288" lIns="40288" bIns="40288" rIns="40288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36" id="36"/>
            <p:cNvGrpSpPr/>
            <p:nvPr/>
          </p:nvGrpSpPr>
          <p:grpSpPr>
            <a:xfrm rot="0">
              <a:off x="2779877" y="1279146"/>
              <a:ext cx="745329" cy="20144"/>
              <a:chOff x="0" y="0"/>
              <a:chExt cx="939800" cy="25400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939800" cy="25400"/>
              </a:xfrm>
              <a:custGeom>
                <a:avLst/>
                <a:gdLst/>
                <a:ahLst/>
                <a:cxnLst/>
                <a:rect r="r" b="b" t="t" l="l"/>
                <a:pathLst>
                  <a:path h="25400" w="939800">
                    <a:moveTo>
                      <a:pt x="0" y="0"/>
                    </a:moveTo>
                    <a:lnTo>
                      <a:pt x="939800" y="0"/>
                    </a:lnTo>
                    <a:lnTo>
                      <a:pt x="939800" y="25400"/>
                    </a:lnTo>
                    <a:lnTo>
                      <a:pt x="0" y="25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B2A2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0" y="-38100"/>
                <a:ext cx="939800" cy="63500"/>
              </a:xfrm>
              <a:prstGeom prst="rect">
                <a:avLst/>
              </a:prstGeom>
            </p:spPr>
            <p:txBody>
              <a:bodyPr anchor="ctr" rtlCol="false" tIns="40288" lIns="40288" bIns="40288" rIns="40288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39" id="39"/>
            <p:cNvGrpSpPr/>
            <p:nvPr/>
          </p:nvGrpSpPr>
          <p:grpSpPr>
            <a:xfrm rot="0">
              <a:off x="2296420" y="1601451"/>
              <a:ext cx="1228786" cy="20144"/>
              <a:chOff x="0" y="0"/>
              <a:chExt cx="1549400" cy="25400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1549400" cy="25400"/>
              </a:xfrm>
              <a:custGeom>
                <a:avLst/>
                <a:gdLst/>
                <a:ahLst/>
                <a:cxnLst/>
                <a:rect r="r" b="b" t="t" l="l"/>
                <a:pathLst>
                  <a:path h="25400" w="1549400">
                    <a:moveTo>
                      <a:pt x="0" y="0"/>
                    </a:moveTo>
                    <a:lnTo>
                      <a:pt x="1549400" y="0"/>
                    </a:lnTo>
                    <a:lnTo>
                      <a:pt x="1549400" y="25400"/>
                    </a:lnTo>
                    <a:lnTo>
                      <a:pt x="0" y="25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B2A2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0" y="-38100"/>
                <a:ext cx="1549400" cy="63500"/>
              </a:xfrm>
              <a:prstGeom prst="rect">
                <a:avLst/>
              </a:prstGeom>
            </p:spPr>
            <p:txBody>
              <a:bodyPr anchor="ctr" rtlCol="false" tIns="40288" lIns="40288" bIns="40288" rIns="40288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42" id="42"/>
            <p:cNvGrpSpPr/>
            <p:nvPr/>
          </p:nvGrpSpPr>
          <p:grpSpPr>
            <a:xfrm rot="0">
              <a:off x="2528076" y="715113"/>
              <a:ext cx="20144" cy="2920885"/>
              <a:chOff x="0" y="0"/>
              <a:chExt cx="25400" cy="3683000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25400" cy="3683000"/>
              </a:xfrm>
              <a:custGeom>
                <a:avLst/>
                <a:gdLst/>
                <a:ahLst/>
                <a:cxnLst/>
                <a:rect r="r" b="b" t="t" l="l"/>
                <a:pathLst>
                  <a:path h="3683000" w="25400">
                    <a:moveTo>
                      <a:pt x="0" y="0"/>
                    </a:moveTo>
                    <a:lnTo>
                      <a:pt x="25400" y="0"/>
                    </a:lnTo>
                    <a:lnTo>
                      <a:pt x="25400" y="3683000"/>
                    </a:lnTo>
                    <a:lnTo>
                      <a:pt x="0" y="36830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B2A2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44" id="44"/>
              <p:cNvSpPr txBox="true"/>
              <p:nvPr/>
            </p:nvSpPr>
            <p:spPr>
              <a:xfrm>
                <a:off x="0" y="-38100"/>
                <a:ext cx="25400" cy="3721100"/>
              </a:xfrm>
              <a:prstGeom prst="rect">
                <a:avLst/>
              </a:prstGeom>
            </p:spPr>
            <p:txBody>
              <a:bodyPr anchor="ctr" rtlCol="false" tIns="40288" lIns="40288" bIns="40288" rIns="40288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45" id="45"/>
            <p:cNvGrpSpPr/>
            <p:nvPr/>
          </p:nvGrpSpPr>
          <p:grpSpPr>
            <a:xfrm rot="0">
              <a:off x="2769805" y="1037418"/>
              <a:ext cx="20144" cy="2920885"/>
              <a:chOff x="0" y="0"/>
              <a:chExt cx="25400" cy="3683000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0" y="0"/>
                <a:ext cx="25400" cy="3683000"/>
              </a:xfrm>
              <a:custGeom>
                <a:avLst/>
                <a:gdLst/>
                <a:ahLst/>
                <a:cxnLst/>
                <a:rect r="r" b="b" t="t" l="l"/>
                <a:pathLst>
                  <a:path h="3683000" w="25400">
                    <a:moveTo>
                      <a:pt x="0" y="0"/>
                    </a:moveTo>
                    <a:lnTo>
                      <a:pt x="25400" y="0"/>
                    </a:lnTo>
                    <a:lnTo>
                      <a:pt x="25400" y="3683000"/>
                    </a:lnTo>
                    <a:lnTo>
                      <a:pt x="0" y="36830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B2A2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47" id="47"/>
              <p:cNvSpPr txBox="true"/>
              <p:nvPr/>
            </p:nvSpPr>
            <p:spPr>
              <a:xfrm>
                <a:off x="0" y="-38100"/>
                <a:ext cx="25400" cy="3721100"/>
              </a:xfrm>
              <a:prstGeom prst="rect">
                <a:avLst/>
              </a:prstGeom>
            </p:spPr>
            <p:txBody>
              <a:bodyPr anchor="ctr" rtlCol="false" tIns="40288" lIns="40288" bIns="40288" rIns="40288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48" id="48"/>
            <p:cNvGrpSpPr/>
            <p:nvPr/>
          </p:nvGrpSpPr>
          <p:grpSpPr>
            <a:xfrm rot="0">
              <a:off x="2286348" y="1359722"/>
              <a:ext cx="20144" cy="251800"/>
              <a:chOff x="0" y="0"/>
              <a:chExt cx="25400" cy="317500"/>
            </a:xfrm>
          </p:grpSpPr>
          <p:sp>
            <p:nvSpPr>
              <p:cNvPr name="Freeform 49" id="49"/>
              <p:cNvSpPr/>
              <p:nvPr/>
            </p:nvSpPr>
            <p:spPr>
              <a:xfrm flipH="false" flipV="false" rot="0">
                <a:off x="0" y="0"/>
                <a:ext cx="25400" cy="317500"/>
              </a:xfrm>
              <a:custGeom>
                <a:avLst/>
                <a:gdLst/>
                <a:ahLst/>
                <a:cxnLst/>
                <a:rect r="r" b="b" t="t" l="l"/>
                <a:pathLst>
                  <a:path h="317500" w="25400">
                    <a:moveTo>
                      <a:pt x="0" y="0"/>
                    </a:moveTo>
                    <a:lnTo>
                      <a:pt x="25400" y="0"/>
                    </a:lnTo>
                    <a:lnTo>
                      <a:pt x="25400" y="317500"/>
                    </a:lnTo>
                    <a:lnTo>
                      <a:pt x="0" y="3175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B2A2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50" id="50"/>
              <p:cNvSpPr txBox="true"/>
              <p:nvPr/>
            </p:nvSpPr>
            <p:spPr>
              <a:xfrm>
                <a:off x="0" y="-38100"/>
                <a:ext cx="25400" cy="355600"/>
              </a:xfrm>
              <a:prstGeom prst="rect">
                <a:avLst/>
              </a:prstGeom>
            </p:spPr>
            <p:txBody>
              <a:bodyPr anchor="ctr" rtlCol="false" tIns="40288" lIns="40288" bIns="40288" rIns="40288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51" id="51"/>
            <p:cNvGrpSpPr/>
            <p:nvPr/>
          </p:nvGrpSpPr>
          <p:grpSpPr>
            <a:xfrm rot="0">
              <a:off x="1913683" y="705041"/>
              <a:ext cx="624465" cy="20144"/>
              <a:chOff x="0" y="0"/>
              <a:chExt cx="787400" cy="25400"/>
            </a:xfrm>
          </p:grpSpPr>
          <p:sp>
            <p:nvSpPr>
              <p:cNvPr name="Freeform 52" id="52"/>
              <p:cNvSpPr/>
              <p:nvPr/>
            </p:nvSpPr>
            <p:spPr>
              <a:xfrm flipH="false" flipV="false" rot="0">
                <a:off x="0" y="0"/>
                <a:ext cx="787400" cy="25400"/>
              </a:xfrm>
              <a:custGeom>
                <a:avLst/>
                <a:gdLst/>
                <a:ahLst/>
                <a:cxnLst/>
                <a:rect r="r" b="b" t="t" l="l"/>
                <a:pathLst>
                  <a:path h="25400" w="787400">
                    <a:moveTo>
                      <a:pt x="0" y="0"/>
                    </a:moveTo>
                    <a:lnTo>
                      <a:pt x="787400" y="0"/>
                    </a:lnTo>
                    <a:lnTo>
                      <a:pt x="787400" y="25400"/>
                    </a:lnTo>
                    <a:lnTo>
                      <a:pt x="0" y="25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B2A2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53" id="53"/>
              <p:cNvSpPr txBox="true"/>
              <p:nvPr/>
            </p:nvSpPr>
            <p:spPr>
              <a:xfrm>
                <a:off x="0" y="-38100"/>
                <a:ext cx="787400" cy="63500"/>
              </a:xfrm>
              <a:prstGeom prst="rect">
                <a:avLst/>
              </a:prstGeom>
            </p:spPr>
            <p:txBody>
              <a:bodyPr anchor="ctr" rtlCol="false" tIns="40288" lIns="40288" bIns="40288" rIns="40288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54" id="54"/>
            <p:cNvGrpSpPr/>
            <p:nvPr/>
          </p:nvGrpSpPr>
          <p:grpSpPr>
            <a:xfrm rot="0">
              <a:off x="1913683" y="1027346"/>
              <a:ext cx="866193" cy="20144"/>
              <a:chOff x="0" y="0"/>
              <a:chExt cx="1092200" cy="25400"/>
            </a:xfrm>
          </p:grpSpPr>
          <p:sp>
            <p:nvSpPr>
              <p:cNvPr name="Freeform 55" id="55"/>
              <p:cNvSpPr/>
              <p:nvPr/>
            </p:nvSpPr>
            <p:spPr>
              <a:xfrm flipH="false" flipV="false" rot="0">
                <a:off x="0" y="0"/>
                <a:ext cx="1092200" cy="25400"/>
              </a:xfrm>
              <a:custGeom>
                <a:avLst/>
                <a:gdLst/>
                <a:ahLst/>
                <a:cxnLst/>
                <a:rect r="r" b="b" t="t" l="l"/>
                <a:pathLst>
                  <a:path h="25400" w="1092200">
                    <a:moveTo>
                      <a:pt x="0" y="0"/>
                    </a:moveTo>
                    <a:lnTo>
                      <a:pt x="1092200" y="0"/>
                    </a:lnTo>
                    <a:lnTo>
                      <a:pt x="1092200" y="25400"/>
                    </a:lnTo>
                    <a:lnTo>
                      <a:pt x="0" y="25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B2A2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56" id="56"/>
              <p:cNvSpPr txBox="true"/>
              <p:nvPr/>
            </p:nvSpPr>
            <p:spPr>
              <a:xfrm>
                <a:off x="0" y="-38100"/>
                <a:ext cx="1092200" cy="63500"/>
              </a:xfrm>
              <a:prstGeom prst="rect">
                <a:avLst/>
              </a:prstGeom>
            </p:spPr>
            <p:txBody>
              <a:bodyPr anchor="ctr" rtlCol="false" tIns="40288" lIns="40288" bIns="40288" rIns="40288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57" id="57"/>
            <p:cNvGrpSpPr/>
            <p:nvPr/>
          </p:nvGrpSpPr>
          <p:grpSpPr>
            <a:xfrm rot="0">
              <a:off x="1913683" y="1349650"/>
              <a:ext cx="382737" cy="20144"/>
              <a:chOff x="0" y="0"/>
              <a:chExt cx="482600" cy="25400"/>
            </a:xfrm>
          </p:grpSpPr>
          <p:sp>
            <p:nvSpPr>
              <p:cNvPr name="Freeform 58" id="58"/>
              <p:cNvSpPr/>
              <p:nvPr/>
            </p:nvSpPr>
            <p:spPr>
              <a:xfrm flipH="false" flipV="false" rot="0">
                <a:off x="0" y="0"/>
                <a:ext cx="482600" cy="25400"/>
              </a:xfrm>
              <a:custGeom>
                <a:avLst/>
                <a:gdLst/>
                <a:ahLst/>
                <a:cxnLst/>
                <a:rect r="r" b="b" t="t" l="l"/>
                <a:pathLst>
                  <a:path h="25400" w="482600">
                    <a:moveTo>
                      <a:pt x="0" y="0"/>
                    </a:moveTo>
                    <a:lnTo>
                      <a:pt x="482600" y="0"/>
                    </a:lnTo>
                    <a:lnTo>
                      <a:pt x="482600" y="25400"/>
                    </a:lnTo>
                    <a:lnTo>
                      <a:pt x="0" y="25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B2A2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59" id="59"/>
              <p:cNvSpPr txBox="true"/>
              <p:nvPr/>
            </p:nvSpPr>
            <p:spPr>
              <a:xfrm>
                <a:off x="0" y="-38100"/>
                <a:ext cx="482600" cy="63500"/>
              </a:xfrm>
              <a:prstGeom prst="rect">
                <a:avLst/>
              </a:prstGeom>
            </p:spPr>
            <p:txBody>
              <a:bodyPr anchor="ctr" rtlCol="false" tIns="40288" lIns="40288" bIns="40288" rIns="40288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60" id="60"/>
            <p:cNvGrpSpPr/>
            <p:nvPr/>
          </p:nvGrpSpPr>
          <p:grpSpPr>
            <a:xfrm rot="0">
              <a:off x="1913683" y="3625926"/>
              <a:ext cx="624465" cy="20144"/>
              <a:chOff x="0" y="0"/>
              <a:chExt cx="787400" cy="25400"/>
            </a:xfrm>
          </p:grpSpPr>
          <p:sp>
            <p:nvSpPr>
              <p:cNvPr name="Freeform 61" id="61"/>
              <p:cNvSpPr/>
              <p:nvPr/>
            </p:nvSpPr>
            <p:spPr>
              <a:xfrm flipH="false" flipV="false" rot="0">
                <a:off x="0" y="0"/>
                <a:ext cx="787400" cy="25400"/>
              </a:xfrm>
              <a:custGeom>
                <a:avLst/>
                <a:gdLst/>
                <a:ahLst/>
                <a:cxnLst/>
                <a:rect r="r" b="b" t="t" l="l"/>
                <a:pathLst>
                  <a:path h="25400" w="787400">
                    <a:moveTo>
                      <a:pt x="0" y="0"/>
                    </a:moveTo>
                    <a:lnTo>
                      <a:pt x="787400" y="0"/>
                    </a:lnTo>
                    <a:lnTo>
                      <a:pt x="787400" y="25400"/>
                    </a:lnTo>
                    <a:lnTo>
                      <a:pt x="0" y="25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B2A2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62" id="62"/>
              <p:cNvSpPr txBox="true"/>
              <p:nvPr/>
            </p:nvSpPr>
            <p:spPr>
              <a:xfrm>
                <a:off x="0" y="-38100"/>
                <a:ext cx="787400" cy="63500"/>
              </a:xfrm>
              <a:prstGeom prst="rect">
                <a:avLst/>
              </a:prstGeom>
            </p:spPr>
            <p:txBody>
              <a:bodyPr anchor="ctr" rtlCol="false" tIns="40288" lIns="40288" bIns="40288" rIns="40288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63" id="63"/>
            <p:cNvGrpSpPr/>
            <p:nvPr/>
          </p:nvGrpSpPr>
          <p:grpSpPr>
            <a:xfrm rot="0">
              <a:off x="1913683" y="3948231"/>
              <a:ext cx="866193" cy="20144"/>
              <a:chOff x="0" y="0"/>
              <a:chExt cx="1092200" cy="25400"/>
            </a:xfrm>
          </p:grpSpPr>
          <p:sp>
            <p:nvSpPr>
              <p:cNvPr name="Freeform 64" id="64"/>
              <p:cNvSpPr/>
              <p:nvPr/>
            </p:nvSpPr>
            <p:spPr>
              <a:xfrm flipH="false" flipV="false" rot="0">
                <a:off x="0" y="0"/>
                <a:ext cx="1092200" cy="25400"/>
              </a:xfrm>
              <a:custGeom>
                <a:avLst/>
                <a:gdLst/>
                <a:ahLst/>
                <a:cxnLst/>
                <a:rect r="r" b="b" t="t" l="l"/>
                <a:pathLst>
                  <a:path h="25400" w="1092200">
                    <a:moveTo>
                      <a:pt x="0" y="0"/>
                    </a:moveTo>
                    <a:lnTo>
                      <a:pt x="1092200" y="0"/>
                    </a:lnTo>
                    <a:lnTo>
                      <a:pt x="1092200" y="25400"/>
                    </a:lnTo>
                    <a:lnTo>
                      <a:pt x="0" y="25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B2A2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65" id="65"/>
              <p:cNvSpPr txBox="true"/>
              <p:nvPr/>
            </p:nvSpPr>
            <p:spPr>
              <a:xfrm>
                <a:off x="0" y="-38100"/>
                <a:ext cx="1092200" cy="63500"/>
              </a:xfrm>
              <a:prstGeom prst="rect">
                <a:avLst/>
              </a:prstGeom>
            </p:spPr>
            <p:txBody>
              <a:bodyPr anchor="ctr" rtlCol="false" tIns="40288" lIns="40288" bIns="40288" rIns="40288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66" id="66"/>
            <p:cNvGrpSpPr/>
            <p:nvPr/>
          </p:nvGrpSpPr>
          <p:grpSpPr>
            <a:xfrm rot="0">
              <a:off x="5539610" y="956842"/>
              <a:ext cx="1208642" cy="20144"/>
              <a:chOff x="0" y="0"/>
              <a:chExt cx="1524000" cy="25400"/>
            </a:xfrm>
          </p:grpSpPr>
          <p:sp>
            <p:nvSpPr>
              <p:cNvPr name="Freeform 67" id="67"/>
              <p:cNvSpPr/>
              <p:nvPr/>
            </p:nvSpPr>
            <p:spPr>
              <a:xfrm flipH="false" flipV="false" rot="0">
                <a:off x="0" y="0"/>
                <a:ext cx="1524000" cy="25400"/>
              </a:xfrm>
              <a:custGeom>
                <a:avLst/>
                <a:gdLst/>
                <a:ahLst/>
                <a:cxnLst/>
                <a:rect r="r" b="b" t="t" l="l"/>
                <a:pathLst>
                  <a:path h="25400" w="1524000">
                    <a:moveTo>
                      <a:pt x="0" y="0"/>
                    </a:moveTo>
                    <a:lnTo>
                      <a:pt x="1524000" y="0"/>
                    </a:lnTo>
                    <a:lnTo>
                      <a:pt x="1524000" y="25400"/>
                    </a:lnTo>
                    <a:lnTo>
                      <a:pt x="0" y="25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B2A2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68" id="68"/>
              <p:cNvSpPr txBox="true"/>
              <p:nvPr/>
            </p:nvSpPr>
            <p:spPr>
              <a:xfrm>
                <a:off x="0" y="-38100"/>
                <a:ext cx="1524000" cy="63500"/>
              </a:xfrm>
              <a:prstGeom prst="rect">
                <a:avLst/>
              </a:prstGeom>
            </p:spPr>
            <p:txBody>
              <a:bodyPr anchor="ctr" rtlCol="false" tIns="40288" lIns="40288" bIns="40288" rIns="40288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69" id="69"/>
            <p:cNvGrpSpPr/>
            <p:nvPr/>
          </p:nvGrpSpPr>
          <p:grpSpPr>
            <a:xfrm rot="0">
              <a:off x="5539610" y="1279146"/>
              <a:ext cx="1208642" cy="20144"/>
              <a:chOff x="0" y="0"/>
              <a:chExt cx="1524000" cy="25400"/>
            </a:xfrm>
          </p:grpSpPr>
          <p:sp>
            <p:nvSpPr>
              <p:cNvPr name="Freeform 70" id="70"/>
              <p:cNvSpPr/>
              <p:nvPr/>
            </p:nvSpPr>
            <p:spPr>
              <a:xfrm flipH="false" flipV="false" rot="0">
                <a:off x="0" y="0"/>
                <a:ext cx="1524000" cy="25400"/>
              </a:xfrm>
              <a:custGeom>
                <a:avLst/>
                <a:gdLst/>
                <a:ahLst/>
                <a:cxnLst/>
                <a:rect r="r" b="b" t="t" l="l"/>
                <a:pathLst>
                  <a:path h="25400" w="1524000">
                    <a:moveTo>
                      <a:pt x="0" y="0"/>
                    </a:moveTo>
                    <a:lnTo>
                      <a:pt x="1524000" y="0"/>
                    </a:lnTo>
                    <a:lnTo>
                      <a:pt x="1524000" y="25400"/>
                    </a:lnTo>
                    <a:lnTo>
                      <a:pt x="0" y="25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B2A2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71" id="71"/>
              <p:cNvSpPr txBox="true"/>
              <p:nvPr/>
            </p:nvSpPr>
            <p:spPr>
              <a:xfrm>
                <a:off x="0" y="-38100"/>
                <a:ext cx="1524000" cy="63500"/>
              </a:xfrm>
              <a:prstGeom prst="rect">
                <a:avLst/>
              </a:prstGeom>
            </p:spPr>
            <p:txBody>
              <a:bodyPr anchor="ctr" rtlCol="false" tIns="40288" lIns="40288" bIns="40288" rIns="40288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72" id="72"/>
            <p:cNvGrpSpPr/>
            <p:nvPr/>
          </p:nvGrpSpPr>
          <p:grpSpPr>
            <a:xfrm rot="0">
              <a:off x="5539610" y="1601451"/>
              <a:ext cx="1208642" cy="20144"/>
              <a:chOff x="0" y="0"/>
              <a:chExt cx="1524000" cy="25400"/>
            </a:xfrm>
          </p:grpSpPr>
          <p:sp>
            <p:nvSpPr>
              <p:cNvPr name="Freeform 73" id="73"/>
              <p:cNvSpPr/>
              <p:nvPr/>
            </p:nvSpPr>
            <p:spPr>
              <a:xfrm flipH="false" flipV="false" rot="0">
                <a:off x="0" y="0"/>
                <a:ext cx="1524000" cy="25400"/>
              </a:xfrm>
              <a:custGeom>
                <a:avLst/>
                <a:gdLst/>
                <a:ahLst/>
                <a:cxnLst/>
                <a:rect r="r" b="b" t="t" l="l"/>
                <a:pathLst>
                  <a:path h="25400" w="1524000">
                    <a:moveTo>
                      <a:pt x="0" y="0"/>
                    </a:moveTo>
                    <a:lnTo>
                      <a:pt x="1524000" y="0"/>
                    </a:lnTo>
                    <a:lnTo>
                      <a:pt x="1524000" y="25400"/>
                    </a:lnTo>
                    <a:lnTo>
                      <a:pt x="0" y="25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B2A2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74" id="74"/>
              <p:cNvSpPr txBox="true"/>
              <p:nvPr/>
            </p:nvSpPr>
            <p:spPr>
              <a:xfrm>
                <a:off x="0" y="-38100"/>
                <a:ext cx="1524000" cy="63500"/>
              </a:xfrm>
              <a:prstGeom prst="rect">
                <a:avLst/>
              </a:prstGeom>
            </p:spPr>
            <p:txBody>
              <a:bodyPr anchor="ctr" rtlCol="false" tIns="40288" lIns="40288" bIns="40288" rIns="40288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75" id="75"/>
            <p:cNvGrpSpPr/>
            <p:nvPr/>
          </p:nvGrpSpPr>
          <p:grpSpPr>
            <a:xfrm rot="0">
              <a:off x="7000052" y="1671955"/>
              <a:ext cx="20144" cy="906482"/>
              <a:chOff x="0" y="0"/>
              <a:chExt cx="25400" cy="1143000"/>
            </a:xfrm>
          </p:grpSpPr>
          <p:sp>
            <p:nvSpPr>
              <p:cNvPr name="Freeform 76" id="76"/>
              <p:cNvSpPr/>
              <p:nvPr/>
            </p:nvSpPr>
            <p:spPr>
              <a:xfrm flipH="false" flipV="false" rot="0">
                <a:off x="0" y="0"/>
                <a:ext cx="25400" cy="1143000"/>
              </a:xfrm>
              <a:custGeom>
                <a:avLst/>
                <a:gdLst/>
                <a:ahLst/>
                <a:cxnLst/>
                <a:rect r="r" b="b" t="t" l="l"/>
                <a:pathLst>
                  <a:path h="1143000" w="25400">
                    <a:moveTo>
                      <a:pt x="0" y="0"/>
                    </a:moveTo>
                    <a:lnTo>
                      <a:pt x="25400" y="0"/>
                    </a:lnTo>
                    <a:lnTo>
                      <a:pt x="25400" y="1143000"/>
                    </a:lnTo>
                    <a:lnTo>
                      <a:pt x="0" y="11430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B2A2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77" id="77"/>
              <p:cNvSpPr txBox="true"/>
              <p:nvPr/>
            </p:nvSpPr>
            <p:spPr>
              <a:xfrm>
                <a:off x="0" y="-38100"/>
                <a:ext cx="25400" cy="1181100"/>
              </a:xfrm>
              <a:prstGeom prst="rect">
                <a:avLst/>
              </a:prstGeom>
            </p:spPr>
            <p:txBody>
              <a:bodyPr anchor="ctr" rtlCol="false" tIns="40288" lIns="40288" bIns="40288" rIns="40288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78" id="78"/>
            <p:cNvGrpSpPr/>
            <p:nvPr/>
          </p:nvGrpSpPr>
          <p:grpSpPr>
            <a:xfrm rot="0">
              <a:off x="7100772" y="1671955"/>
              <a:ext cx="20144" cy="906482"/>
              <a:chOff x="0" y="0"/>
              <a:chExt cx="25400" cy="1143000"/>
            </a:xfrm>
          </p:grpSpPr>
          <p:sp>
            <p:nvSpPr>
              <p:cNvPr name="Freeform 79" id="79"/>
              <p:cNvSpPr/>
              <p:nvPr/>
            </p:nvSpPr>
            <p:spPr>
              <a:xfrm flipH="false" flipV="false" rot="0">
                <a:off x="0" y="0"/>
                <a:ext cx="25400" cy="1143000"/>
              </a:xfrm>
              <a:custGeom>
                <a:avLst/>
                <a:gdLst/>
                <a:ahLst/>
                <a:cxnLst/>
                <a:rect r="r" b="b" t="t" l="l"/>
                <a:pathLst>
                  <a:path h="1143000" w="25400">
                    <a:moveTo>
                      <a:pt x="0" y="0"/>
                    </a:moveTo>
                    <a:lnTo>
                      <a:pt x="25400" y="0"/>
                    </a:lnTo>
                    <a:lnTo>
                      <a:pt x="25400" y="1143000"/>
                    </a:lnTo>
                    <a:lnTo>
                      <a:pt x="0" y="11430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B2A2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80" id="80"/>
              <p:cNvSpPr txBox="true"/>
              <p:nvPr/>
            </p:nvSpPr>
            <p:spPr>
              <a:xfrm>
                <a:off x="0" y="-38100"/>
                <a:ext cx="25400" cy="1181100"/>
              </a:xfrm>
              <a:prstGeom prst="rect">
                <a:avLst/>
              </a:prstGeom>
            </p:spPr>
            <p:txBody>
              <a:bodyPr anchor="ctr" rtlCol="false" tIns="40288" lIns="40288" bIns="40288" rIns="40288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81" id="81"/>
            <p:cNvGrpSpPr/>
            <p:nvPr/>
          </p:nvGrpSpPr>
          <p:grpSpPr>
            <a:xfrm rot="0">
              <a:off x="3918015" y="10072"/>
              <a:ext cx="20144" cy="402881"/>
              <a:chOff x="0" y="0"/>
              <a:chExt cx="25400" cy="508000"/>
            </a:xfrm>
          </p:grpSpPr>
          <p:sp>
            <p:nvSpPr>
              <p:cNvPr name="Freeform 82" id="82"/>
              <p:cNvSpPr/>
              <p:nvPr/>
            </p:nvSpPr>
            <p:spPr>
              <a:xfrm flipH="false" flipV="false" rot="0">
                <a:off x="0" y="0"/>
                <a:ext cx="25400" cy="508000"/>
              </a:xfrm>
              <a:custGeom>
                <a:avLst/>
                <a:gdLst/>
                <a:ahLst/>
                <a:cxnLst/>
                <a:rect r="r" b="b" t="t" l="l"/>
                <a:pathLst>
                  <a:path h="508000" w="25400">
                    <a:moveTo>
                      <a:pt x="0" y="0"/>
                    </a:moveTo>
                    <a:lnTo>
                      <a:pt x="25400" y="0"/>
                    </a:lnTo>
                    <a:lnTo>
                      <a:pt x="25400" y="508000"/>
                    </a:lnTo>
                    <a:lnTo>
                      <a:pt x="0" y="5080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B2A2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83" id="83"/>
              <p:cNvSpPr txBox="true"/>
              <p:nvPr/>
            </p:nvSpPr>
            <p:spPr>
              <a:xfrm>
                <a:off x="0" y="-38100"/>
                <a:ext cx="25400" cy="546100"/>
              </a:xfrm>
              <a:prstGeom prst="rect">
                <a:avLst/>
              </a:prstGeom>
            </p:spPr>
            <p:txBody>
              <a:bodyPr anchor="ctr" rtlCol="false" tIns="40288" lIns="40288" bIns="40288" rIns="40288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84" id="84"/>
            <p:cNvGrpSpPr/>
            <p:nvPr/>
          </p:nvGrpSpPr>
          <p:grpSpPr>
            <a:xfrm rot="0">
              <a:off x="3787079" y="0"/>
              <a:ext cx="282016" cy="20144"/>
              <a:chOff x="0" y="0"/>
              <a:chExt cx="355600" cy="25400"/>
            </a:xfrm>
          </p:grpSpPr>
          <p:sp>
            <p:nvSpPr>
              <p:cNvPr name="Freeform 85" id="85"/>
              <p:cNvSpPr/>
              <p:nvPr/>
            </p:nvSpPr>
            <p:spPr>
              <a:xfrm flipH="false" flipV="false" rot="0">
                <a:off x="0" y="0"/>
                <a:ext cx="355600" cy="25400"/>
              </a:xfrm>
              <a:custGeom>
                <a:avLst/>
                <a:gdLst/>
                <a:ahLst/>
                <a:cxnLst/>
                <a:rect r="r" b="b" t="t" l="l"/>
                <a:pathLst>
                  <a:path h="25400" w="355600">
                    <a:moveTo>
                      <a:pt x="0" y="0"/>
                    </a:moveTo>
                    <a:lnTo>
                      <a:pt x="355600" y="0"/>
                    </a:lnTo>
                    <a:lnTo>
                      <a:pt x="355600" y="25400"/>
                    </a:lnTo>
                    <a:lnTo>
                      <a:pt x="0" y="25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B2A2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86" id="86"/>
              <p:cNvSpPr txBox="true"/>
              <p:nvPr/>
            </p:nvSpPr>
            <p:spPr>
              <a:xfrm>
                <a:off x="0" y="-38100"/>
                <a:ext cx="355600" cy="63500"/>
              </a:xfrm>
              <a:prstGeom prst="rect">
                <a:avLst/>
              </a:prstGeom>
            </p:spPr>
            <p:txBody>
              <a:bodyPr anchor="ctr" rtlCol="false" tIns="40288" lIns="40288" bIns="40288" rIns="40288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87" id="87"/>
            <p:cNvGrpSpPr/>
            <p:nvPr/>
          </p:nvGrpSpPr>
          <p:grpSpPr>
            <a:xfrm rot="0">
              <a:off x="4824496" y="10072"/>
              <a:ext cx="20144" cy="402881"/>
              <a:chOff x="0" y="0"/>
              <a:chExt cx="25400" cy="508000"/>
            </a:xfrm>
          </p:grpSpPr>
          <p:sp>
            <p:nvSpPr>
              <p:cNvPr name="Freeform 88" id="88"/>
              <p:cNvSpPr/>
              <p:nvPr/>
            </p:nvSpPr>
            <p:spPr>
              <a:xfrm flipH="false" flipV="false" rot="0">
                <a:off x="0" y="0"/>
                <a:ext cx="25400" cy="508000"/>
              </a:xfrm>
              <a:custGeom>
                <a:avLst/>
                <a:gdLst/>
                <a:ahLst/>
                <a:cxnLst/>
                <a:rect r="r" b="b" t="t" l="l"/>
                <a:pathLst>
                  <a:path h="508000" w="25400">
                    <a:moveTo>
                      <a:pt x="0" y="0"/>
                    </a:moveTo>
                    <a:lnTo>
                      <a:pt x="25400" y="0"/>
                    </a:lnTo>
                    <a:lnTo>
                      <a:pt x="25400" y="508000"/>
                    </a:lnTo>
                    <a:lnTo>
                      <a:pt x="0" y="5080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B2A2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89" id="89"/>
              <p:cNvSpPr txBox="true"/>
              <p:nvPr/>
            </p:nvSpPr>
            <p:spPr>
              <a:xfrm>
                <a:off x="0" y="-38100"/>
                <a:ext cx="25400" cy="546100"/>
              </a:xfrm>
              <a:prstGeom prst="rect">
                <a:avLst/>
              </a:prstGeom>
            </p:spPr>
            <p:txBody>
              <a:bodyPr anchor="ctr" rtlCol="false" tIns="40288" lIns="40288" bIns="40288" rIns="40288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90" id="90"/>
            <p:cNvGrpSpPr/>
            <p:nvPr/>
          </p:nvGrpSpPr>
          <p:grpSpPr>
            <a:xfrm rot="0">
              <a:off x="4693560" y="0"/>
              <a:ext cx="282016" cy="20144"/>
              <a:chOff x="0" y="0"/>
              <a:chExt cx="355600" cy="25400"/>
            </a:xfrm>
          </p:grpSpPr>
          <p:sp>
            <p:nvSpPr>
              <p:cNvPr name="Freeform 91" id="91"/>
              <p:cNvSpPr/>
              <p:nvPr/>
            </p:nvSpPr>
            <p:spPr>
              <a:xfrm flipH="false" flipV="false" rot="0">
                <a:off x="0" y="0"/>
                <a:ext cx="355600" cy="25400"/>
              </a:xfrm>
              <a:custGeom>
                <a:avLst/>
                <a:gdLst/>
                <a:ahLst/>
                <a:cxnLst/>
                <a:rect r="r" b="b" t="t" l="l"/>
                <a:pathLst>
                  <a:path h="25400" w="355600">
                    <a:moveTo>
                      <a:pt x="0" y="0"/>
                    </a:moveTo>
                    <a:lnTo>
                      <a:pt x="355600" y="0"/>
                    </a:lnTo>
                    <a:lnTo>
                      <a:pt x="355600" y="25400"/>
                    </a:lnTo>
                    <a:lnTo>
                      <a:pt x="0" y="25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B2A2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92" id="92"/>
              <p:cNvSpPr txBox="true"/>
              <p:nvPr/>
            </p:nvSpPr>
            <p:spPr>
              <a:xfrm>
                <a:off x="0" y="-38100"/>
                <a:ext cx="355600" cy="63500"/>
              </a:xfrm>
              <a:prstGeom prst="rect">
                <a:avLst/>
              </a:prstGeom>
            </p:spPr>
            <p:txBody>
              <a:bodyPr anchor="ctr" rtlCol="false" tIns="40288" lIns="40288" bIns="40288" rIns="40288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93" id="93"/>
            <p:cNvGrpSpPr/>
            <p:nvPr/>
          </p:nvGrpSpPr>
          <p:grpSpPr>
            <a:xfrm rot="0">
              <a:off x="694969" y="10072"/>
              <a:ext cx="20144" cy="402881"/>
              <a:chOff x="0" y="0"/>
              <a:chExt cx="25400" cy="508000"/>
            </a:xfrm>
          </p:grpSpPr>
          <p:sp>
            <p:nvSpPr>
              <p:cNvPr name="Freeform 94" id="94"/>
              <p:cNvSpPr/>
              <p:nvPr/>
            </p:nvSpPr>
            <p:spPr>
              <a:xfrm flipH="false" flipV="false" rot="0">
                <a:off x="0" y="0"/>
                <a:ext cx="25400" cy="508000"/>
              </a:xfrm>
              <a:custGeom>
                <a:avLst/>
                <a:gdLst/>
                <a:ahLst/>
                <a:cxnLst/>
                <a:rect r="r" b="b" t="t" l="l"/>
                <a:pathLst>
                  <a:path h="508000" w="25400">
                    <a:moveTo>
                      <a:pt x="0" y="0"/>
                    </a:moveTo>
                    <a:lnTo>
                      <a:pt x="25400" y="0"/>
                    </a:lnTo>
                    <a:lnTo>
                      <a:pt x="25400" y="508000"/>
                    </a:lnTo>
                    <a:lnTo>
                      <a:pt x="0" y="5080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B2A2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95" id="95"/>
              <p:cNvSpPr txBox="true"/>
              <p:nvPr/>
            </p:nvSpPr>
            <p:spPr>
              <a:xfrm>
                <a:off x="0" y="-38100"/>
                <a:ext cx="25400" cy="546100"/>
              </a:xfrm>
              <a:prstGeom prst="rect">
                <a:avLst/>
              </a:prstGeom>
            </p:spPr>
            <p:txBody>
              <a:bodyPr anchor="ctr" rtlCol="false" tIns="40288" lIns="40288" bIns="40288" rIns="40288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96" id="96"/>
            <p:cNvGrpSpPr/>
            <p:nvPr/>
          </p:nvGrpSpPr>
          <p:grpSpPr>
            <a:xfrm rot="0">
              <a:off x="564033" y="0"/>
              <a:ext cx="282016" cy="20144"/>
              <a:chOff x="0" y="0"/>
              <a:chExt cx="355600" cy="25400"/>
            </a:xfrm>
          </p:grpSpPr>
          <p:sp>
            <p:nvSpPr>
              <p:cNvPr name="Freeform 97" id="97"/>
              <p:cNvSpPr/>
              <p:nvPr/>
            </p:nvSpPr>
            <p:spPr>
              <a:xfrm flipH="false" flipV="false" rot="0">
                <a:off x="0" y="0"/>
                <a:ext cx="355600" cy="25400"/>
              </a:xfrm>
              <a:custGeom>
                <a:avLst/>
                <a:gdLst/>
                <a:ahLst/>
                <a:cxnLst/>
                <a:rect r="r" b="b" t="t" l="l"/>
                <a:pathLst>
                  <a:path h="25400" w="355600">
                    <a:moveTo>
                      <a:pt x="0" y="0"/>
                    </a:moveTo>
                    <a:lnTo>
                      <a:pt x="355600" y="0"/>
                    </a:lnTo>
                    <a:lnTo>
                      <a:pt x="355600" y="25400"/>
                    </a:lnTo>
                    <a:lnTo>
                      <a:pt x="0" y="25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B2A2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98" id="98"/>
              <p:cNvSpPr txBox="true"/>
              <p:nvPr/>
            </p:nvSpPr>
            <p:spPr>
              <a:xfrm>
                <a:off x="0" y="-38100"/>
                <a:ext cx="355600" cy="63500"/>
              </a:xfrm>
              <a:prstGeom prst="rect">
                <a:avLst/>
              </a:prstGeom>
            </p:spPr>
            <p:txBody>
              <a:bodyPr anchor="ctr" rtlCol="false" tIns="40288" lIns="40288" bIns="40288" rIns="40288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99" id="99"/>
            <p:cNvGrpSpPr/>
            <p:nvPr/>
          </p:nvGrpSpPr>
          <p:grpSpPr>
            <a:xfrm rot="0">
              <a:off x="7141060" y="10072"/>
              <a:ext cx="20144" cy="402881"/>
              <a:chOff x="0" y="0"/>
              <a:chExt cx="25400" cy="508000"/>
            </a:xfrm>
          </p:grpSpPr>
          <p:sp>
            <p:nvSpPr>
              <p:cNvPr name="Freeform 100" id="100"/>
              <p:cNvSpPr/>
              <p:nvPr/>
            </p:nvSpPr>
            <p:spPr>
              <a:xfrm flipH="false" flipV="false" rot="0">
                <a:off x="0" y="0"/>
                <a:ext cx="25400" cy="508000"/>
              </a:xfrm>
              <a:custGeom>
                <a:avLst/>
                <a:gdLst/>
                <a:ahLst/>
                <a:cxnLst/>
                <a:rect r="r" b="b" t="t" l="l"/>
                <a:pathLst>
                  <a:path h="508000" w="25400">
                    <a:moveTo>
                      <a:pt x="0" y="0"/>
                    </a:moveTo>
                    <a:lnTo>
                      <a:pt x="25400" y="0"/>
                    </a:lnTo>
                    <a:lnTo>
                      <a:pt x="25400" y="508000"/>
                    </a:lnTo>
                    <a:lnTo>
                      <a:pt x="0" y="5080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B2A2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01" id="101"/>
              <p:cNvSpPr txBox="true"/>
              <p:nvPr/>
            </p:nvSpPr>
            <p:spPr>
              <a:xfrm>
                <a:off x="0" y="-38100"/>
                <a:ext cx="25400" cy="546100"/>
              </a:xfrm>
              <a:prstGeom prst="rect">
                <a:avLst/>
              </a:prstGeom>
            </p:spPr>
            <p:txBody>
              <a:bodyPr anchor="ctr" rtlCol="false" tIns="40288" lIns="40288" bIns="40288" rIns="40288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02" id="102"/>
            <p:cNvGrpSpPr/>
            <p:nvPr/>
          </p:nvGrpSpPr>
          <p:grpSpPr>
            <a:xfrm rot="0">
              <a:off x="7010124" y="0"/>
              <a:ext cx="282016" cy="20144"/>
              <a:chOff x="0" y="0"/>
              <a:chExt cx="355600" cy="25400"/>
            </a:xfrm>
          </p:grpSpPr>
          <p:sp>
            <p:nvSpPr>
              <p:cNvPr name="Freeform 103" id="103"/>
              <p:cNvSpPr/>
              <p:nvPr/>
            </p:nvSpPr>
            <p:spPr>
              <a:xfrm flipH="false" flipV="false" rot="0">
                <a:off x="0" y="0"/>
                <a:ext cx="355600" cy="25400"/>
              </a:xfrm>
              <a:custGeom>
                <a:avLst/>
                <a:gdLst/>
                <a:ahLst/>
                <a:cxnLst/>
                <a:rect r="r" b="b" t="t" l="l"/>
                <a:pathLst>
                  <a:path h="25400" w="355600">
                    <a:moveTo>
                      <a:pt x="0" y="0"/>
                    </a:moveTo>
                    <a:lnTo>
                      <a:pt x="355600" y="0"/>
                    </a:lnTo>
                    <a:lnTo>
                      <a:pt x="355600" y="25400"/>
                    </a:lnTo>
                    <a:lnTo>
                      <a:pt x="0" y="25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B2A2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04" id="104"/>
              <p:cNvSpPr txBox="true"/>
              <p:nvPr/>
            </p:nvSpPr>
            <p:spPr>
              <a:xfrm>
                <a:off x="0" y="-38100"/>
                <a:ext cx="355600" cy="63500"/>
              </a:xfrm>
              <a:prstGeom prst="rect">
                <a:avLst/>
              </a:prstGeom>
            </p:spPr>
            <p:txBody>
              <a:bodyPr anchor="ctr" rtlCol="false" tIns="40288" lIns="40288" bIns="40288" rIns="40288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05" id="105"/>
            <p:cNvGrpSpPr/>
            <p:nvPr/>
          </p:nvGrpSpPr>
          <p:grpSpPr>
            <a:xfrm rot="0">
              <a:off x="795689" y="2981317"/>
              <a:ext cx="20144" cy="352521"/>
              <a:chOff x="0" y="0"/>
              <a:chExt cx="25400" cy="444500"/>
            </a:xfrm>
          </p:grpSpPr>
          <p:sp>
            <p:nvSpPr>
              <p:cNvPr name="Freeform 106" id="106"/>
              <p:cNvSpPr/>
              <p:nvPr/>
            </p:nvSpPr>
            <p:spPr>
              <a:xfrm flipH="false" flipV="false" rot="0">
                <a:off x="0" y="0"/>
                <a:ext cx="25400" cy="444500"/>
              </a:xfrm>
              <a:custGeom>
                <a:avLst/>
                <a:gdLst/>
                <a:ahLst/>
                <a:cxnLst/>
                <a:rect r="r" b="b" t="t" l="l"/>
                <a:pathLst>
                  <a:path h="444500" w="25400">
                    <a:moveTo>
                      <a:pt x="0" y="0"/>
                    </a:moveTo>
                    <a:lnTo>
                      <a:pt x="25400" y="0"/>
                    </a:lnTo>
                    <a:lnTo>
                      <a:pt x="25400" y="444500"/>
                    </a:lnTo>
                    <a:lnTo>
                      <a:pt x="0" y="4445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B2A2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07" id="107"/>
              <p:cNvSpPr txBox="true"/>
              <p:nvPr/>
            </p:nvSpPr>
            <p:spPr>
              <a:xfrm>
                <a:off x="0" y="-38100"/>
                <a:ext cx="25400" cy="482600"/>
              </a:xfrm>
              <a:prstGeom prst="rect">
                <a:avLst/>
              </a:prstGeom>
            </p:spPr>
            <p:txBody>
              <a:bodyPr anchor="ctr" rtlCol="false" tIns="40288" lIns="40288" bIns="40288" rIns="40288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08" id="108"/>
            <p:cNvGrpSpPr/>
            <p:nvPr/>
          </p:nvGrpSpPr>
          <p:grpSpPr>
            <a:xfrm rot="0">
              <a:off x="664753" y="2971245"/>
              <a:ext cx="282016" cy="20144"/>
              <a:chOff x="0" y="0"/>
              <a:chExt cx="355600" cy="25400"/>
            </a:xfrm>
          </p:grpSpPr>
          <p:sp>
            <p:nvSpPr>
              <p:cNvPr name="Freeform 109" id="109"/>
              <p:cNvSpPr/>
              <p:nvPr/>
            </p:nvSpPr>
            <p:spPr>
              <a:xfrm flipH="false" flipV="false" rot="0">
                <a:off x="0" y="0"/>
                <a:ext cx="355600" cy="25400"/>
              </a:xfrm>
              <a:custGeom>
                <a:avLst/>
                <a:gdLst/>
                <a:ahLst/>
                <a:cxnLst/>
                <a:rect r="r" b="b" t="t" l="l"/>
                <a:pathLst>
                  <a:path h="25400" w="355600">
                    <a:moveTo>
                      <a:pt x="0" y="0"/>
                    </a:moveTo>
                    <a:lnTo>
                      <a:pt x="355600" y="0"/>
                    </a:lnTo>
                    <a:lnTo>
                      <a:pt x="355600" y="25400"/>
                    </a:lnTo>
                    <a:lnTo>
                      <a:pt x="0" y="25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B2A2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10" id="110"/>
              <p:cNvSpPr txBox="true"/>
              <p:nvPr/>
            </p:nvSpPr>
            <p:spPr>
              <a:xfrm>
                <a:off x="0" y="-38100"/>
                <a:ext cx="355600" cy="63500"/>
              </a:xfrm>
              <a:prstGeom prst="rect">
                <a:avLst/>
              </a:prstGeom>
            </p:spPr>
            <p:txBody>
              <a:bodyPr anchor="ctr" rtlCol="false" tIns="40288" lIns="40288" bIns="40288" rIns="40288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11" id="111"/>
            <p:cNvGrpSpPr/>
            <p:nvPr/>
          </p:nvGrpSpPr>
          <p:grpSpPr>
            <a:xfrm rot="0">
              <a:off x="4522336" y="3938159"/>
              <a:ext cx="20144" cy="221584"/>
              <a:chOff x="0" y="0"/>
              <a:chExt cx="25400" cy="279400"/>
            </a:xfrm>
          </p:grpSpPr>
          <p:sp>
            <p:nvSpPr>
              <p:cNvPr name="Freeform 112" id="112"/>
              <p:cNvSpPr/>
              <p:nvPr/>
            </p:nvSpPr>
            <p:spPr>
              <a:xfrm flipH="false" flipV="false" rot="0">
                <a:off x="0" y="0"/>
                <a:ext cx="25400" cy="279400"/>
              </a:xfrm>
              <a:custGeom>
                <a:avLst/>
                <a:gdLst/>
                <a:ahLst/>
                <a:cxnLst/>
                <a:rect r="r" b="b" t="t" l="l"/>
                <a:pathLst>
                  <a:path h="279400" w="25400">
                    <a:moveTo>
                      <a:pt x="0" y="0"/>
                    </a:moveTo>
                    <a:lnTo>
                      <a:pt x="25400" y="0"/>
                    </a:lnTo>
                    <a:lnTo>
                      <a:pt x="25400" y="279400"/>
                    </a:lnTo>
                    <a:lnTo>
                      <a:pt x="0" y="279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B2A2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13" id="113"/>
              <p:cNvSpPr txBox="true"/>
              <p:nvPr/>
            </p:nvSpPr>
            <p:spPr>
              <a:xfrm>
                <a:off x="0" y="-38100"/>
                <a:ext cx="25400" cy="317500"/>
              </a:xfrm>
              <a:prstGeom prst="rect">
                <a:avLst/>
              </a:prstGeom>
            </p:spPr>
            <p:txBody>
              <a:bodyPr anchor="ctr" rtlCol="false" tIns="40288" lIns="40288" bIns="40288" rIns="40288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14" id="114"/>
            <p:cNvGrpSpPr/>
            <p:nvPr/>
          </p:nvGrpSpPr>
          <p:grpSpPr>
            <a:xfrm rot="0">
              <a:off x="4401472" y="4159743"/>
              <a:ext cx="261872" cy="20144"/>
              <a:chOff x="0" y="0"/>
              <a:chExt cx="330200" cy="25400"/>
            </a:xfrm>
          </p:grpSpPr>
          <p:sp>
            <p:nvSpPr>
              <p:cNvPr name="Freeform 115" id="115"/>
              <p:cNvSpPr/>
              <p:nvPr/>
            </p:nvSpPr>
            <p:spPr>
              <a:xfrm flipH="false" flipV="false" rot="0">
                <a:off x="0" y="0"/>
                <a:ext cx="330200" cy="25400"/>
              </a:xfrm>
              <a:custGeom>
                <a:avLst/>
                <a:gdLst/>
                <a:ahLst/>
                <a:cxnLst/>
                <a:rect r="r" b="b" t="t" l="l"/>
                <a:pathLst>
                  <a:path h="25400" w="330200">
                    <a:moveTo>
                      <a:pt x="0" y="0"/>
                    </a:moveTo>
                    <a:lnTo>
                      <a:pt x="330200" y="0"/>
                    </a:lnTo>
                    <a:lnTo>
                      <a:pt x="330200" y="25400"/>
                    </a:lnTo>
                    <a:lnTo>
                      <a:pt x="0" y="25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B2A2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16" id="116"/>
              <p:cNvSpPr txBox="true"/>
              <p:nvPr/>
            </p:nvSpPr>
            <p:spPr>
              <a:xfrm>
                <a:off x="0" y="-38100"/>
                <a:ext cx="330200" cy="63500"/>
              </a:xfrm>
              <a:prstGeom prst="rect">
                <a:avLst/>
              </a:prstGeom>
            </p:spPr>
            <p:txBody>
              <a:bodyPr anchor="ctr" rtlCol="false" tIns="40288" lIns="40288" bIns="40288" rIns="40288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17" id="117"/>
            <p:cNvGrpSpPr/>
            <p:nvPr/>
          </p:nvGrpSpPr>
          <p:grpSpPr>
            <a:xfrm rot="0">
              <a:off x="4446796" y="4220175"/>
              <a:ext cx="171224" cy="20144"/>
              <a:chOff x="0" y="0"/>
              <a:chExt cx="215900" cy="25400"/>
            </a:xfrm>
          </p:grpSpPr>
          <p:sp>
            <p:nvSpPr>
              <p:cNvPr name="Freeform 118" id="118"/>
              <p:cNvSpPr/>
              <p:nvPr/>
            </p:nvSpPr>
            <p:spPr>
              <a:xfrm flipH="false" flipV="false" rot="0">
                <a:off x="0" y="0"/>
                <a:ext cx="215900" cy="25400"/>
              </a:xfrm>
              <a:custGeom>
                <a:avLst/>
                <a:gdLst/>
                <a:ahLst/>
                <a:cxnLst/>
                <a:rect r="r" b="b" t="t" l="l"/>
                <a:pathLst>
                  <a:path h="25400" w="215900">
                    <a:moveTo>
                      <a:pt x="0" y="0"/>
                    </a:moveTo>
                    <a:lnTo>
                      <a:pt x="215900" y="0"/>
                    </a:lnTo>
                    <a:lnTo>
                      <a:pt x="215900" y="25400"/>
                    </a:lnTo>
                    <a:lnTo>
                      <a:pt x="0" y="25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B2A2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19" id="119"/>
              <p:cNvSpPr txBox="true"/>
              <p:nvPr/>
            </p:nvSpPr>
            <p:spPr>
              <a:xfrm>
                <a:off x="0" y="-38100"/>
                <a:ext cx="215900" cy="63500"/>
              </a:xfrm>
              <a:prstGeom prst="rect">
                <a:avLst/>
              </a:prstGeom>
            </p:spPr>
            <p:txBody>
              <a:bodyPr anchor="ctr" rtlCol="false" tIns="40288" lIns="40288" bIns="40288" rIns="40288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20" id="120"/>
            <p:cNvGrpSpPr/>
            <p:nvPr/>
          </p:nvGrpSpPr>
          <p:grpSpPr>
            <a:xfrm rot="0">
              <a:off x="4487084" y="4280607"/>
              <a:ext cx="90648" cy="20144"/>
              <a:chOff x="0" y="0"/>
              <a:chExt cx="114300" cy="25400"/>
            </a:xfrm>
          </p:grpSpPr>
          <p:sp>
            <p:nvSpPr>
              <p:cNvPr name="Freeform 121" id="121"/>
              <p:cNvSpPr/>
              <p:nvPr/>
            </p:nvSpPr>
            <p:spPr>
              <a:xfrm flipH="false" flipV="false" rot="0">
                <a:off x="0" y="0"/>
                <a:ext cx="114300" cy="25400"/>
              </a:xfrm>
              <a:custGeom>
                <a:avLst/>
                <a:gdLst/>
                <a:ahLst/>
                <a:cxnLst/>
                <a:rect r="r" b="b" t="t" l="l"/>
                <a:pathLst>
                  <a:path h="25400" w="114300">
                    <a:moveTo>
                      <a:pt x="0" y="0"/>
                    </a:moveTo>
                    <a:lnTo>
                      <a:pt x="114300" y="0"/>
                    </a:lnTo>
                    <a:lnTo>
                      <a:pt x="114300" y="25400"/>
                    </a:lnTo>
                    <a:lnTo>
                      <a:pt x="0" y="25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B2A2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22" id="122"/>
              <p:cNvSpPr txBox="true"/>
              <p:nvPr/>
            </p:nvSpPr>
            <p:spPr>
              <a:xfrm>
                <a:off x="0" y="-38100"/>
                <a:ext cx="114300" cy="63500"/>
              </a:xfrm>
              <a:prstGeom prst="rect">
                <a:avLst/>
              </a:prstGeom>
            </p:spPr>
            <p:txBody>
              <a:bodyPr anchor="ctr" rtlCol="false" tIns="40288" lIns="40288" bIns="40288" rIns="40288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23" id="123"/>
            <p:cNvGrpSpPr/>
            <p:nvPr/>
          </p:nvGrpSpPr>
          <p:grpSpPr>
            <a:xfrm rot="0">
              <a:off x="1500731" y="1520875"/>
              <a:ext cx="20144" cy="221584"/>
              <a:chOff x="0" y="0"/>
              <a:chExt cx="25400" cy="279400"/>
            </a:xfrm>
          </p:grpSpPr>
          <p:sp>
            <p:nvSpPr>
              <p:cNvPr name="Freeform 124" id="124"/>
              <p:cNvSpPr/>
              <p:nvPr/>
            </p:nvSpPr>
            <p:spPr>
              <a:xfrm flipH="false" flipV="false" rot="0">
                <a:off x="0" y="0"/>
                <a:ext cx="25400" cy="279400"/>
              </a:xfrm>
              <a:custGeom>
                <a:avLst/>
                <a:gdLst/>
                <a:ahLst/>
                <a:cxnLst/>
                <a:rect r="r" b="b" t="t" l="l"/>
                <a:pathLst>
                  <a:path h="279400" w="25400">
                    <a:moveTo>
                      <a:pt x="0" y="0"/>
                    </a:moveTo>
                    <a:lnTo>
                      <a:pt x="25400" y="0"/>
                    </a:lnTo>
                    <a:lnTo>
                      <a:pt x="25400" y="279400"/>
                    </a:lnTo>
                    <a:lnTo>
                      <a:pt x="0" y="279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B2A2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25" id="125"/>
              <p:cNvSpPr txBox="true"/>
              <p:nvPr/>
            </p:nvSpPr>
            <p:spPr>
              <a:xfrm>
                <a:off x="0" y="-38100"/>
                <a:ext cx="25400" cy="317500"/>
              </a:xfrm>
              <a:prstGeom prst="rect">
                <a:avLst/>
              </a:prstGeom>
            </p:spPr>
            <p:txBody>
              <a:bodyPr anchor="ctr" rtlCol="false" tIns="40288" lIns="40288" bIns="40288" rIns="40288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26" id="126"/>
            <p:cNvGrpSpPr/>
            <p:nvPr/>
          </p:nvGrpSpPr>
          <p:grpSpPr>
            <a:xfrm rot="0">
              <a:off x="1379866" y="1742459"/>
              <a:ext cx="261872" cy="20144"/>
              <a:chOff x="0" y="0"/>
              <a:chExt cx="330200" cy="25400"/>
            </a:xfrm>
          </p:grpSpPr>
          <p:sp>
            <p:nvSpPr>
              <p:cNvPr name="Freeform 127" id="127"/>
              <p:cNvSpPr/>
              <p:nvPr/>
            </p:nvSpPr>
            <p:spPr>
              <a:xfrm flipH="false" flipV="false" rot="0">
                <a:off x="0" y="0"/>
                <a:ext cx="330200" cy="25400"/>
              </a:xfrm>
              <a:custGeom>
                <a:avLst/>
                <a:gdLst/>
                <a:ahLst/>
                <a:cxnLst/>
                <a:rect r="r" b="b" t="t" l="l"/>
                <a:pathLst>
                  <a:path h="25400" w="330200">
                    <a:moveTo>
                      <a:pt x="0" y="0"/>
                    </a:moveTo>
                    <a:lnTo>
                      <a:pt x="330200" y="0"/>
                    </a:lnTo>
                    <a:lnTo>
                      <a:pt x="330200" y="25400"/>
                    </a:lnTo>
                    <a:lnTo>
                      <a:pt x="0" y="25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B2A2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28" id="128"/>
              <p:cNvSpPr txBox="true"/>
              <p:nvPr/>
            </p:nvSpPr>
            <p:spPr>
              <a:xfrm>
                <a:off x="0" y="-38100"/>
                <a:ext cx="330200" cy="63500"/>
              </a:xfrm>
              <a:prstGeom prst="rect">
                <a:avLst/>
              </a:prstGeom>
            </p:spPr>
            <p:txBody>
              <a:bodyPr anchor="ctr" rtlCol="false" tIns="40288" lIns="40288" bIns="40288" rIns="40288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29" id="129"/>
            <p:cNvGrpSpPr/>
            <p:nvPr/>
          </p:nvGrpSpPr>
          <p:grpSpPr>
            <a:xfrm rot="0">
              <a:off x="1425190" y="1802891"/>
              <a:ext cx="171224" cy="20144"/>
              <a:chOff x="0" y="0"/>
              <a:chExt cx="215900" cy="25400"/>
            </a:xfrm>
          </p:grpSpPr>
          <p:sp>
            <p:nvSpPr>
              <p:cNvPr name="Freeform 130" id="130"/>
              <p:cNvSpPr/>
              <p:nvPr/>
            </p:nvSpPr>
            <p:spPr>
              <a:xfrm flipH="false" flipV="false" rot="0">
                <a:off x="0" y="0"/>
                <a:ext cx="215900" cy="25400"/>
              </a:xfrm>
              <a:custGeom>
                <a:avLst/>
                <a:gdLst/>
                <a:ahLst/>
                <a:cxnLst/>
                <a:rect r="r" b="b" t="t" l="l"/>
                <a:pathLst>
                  <a:path h="25400" w="215900">
                    <a:moveTo>
                      <a:pt x="0" y="0"/>
                    </a:moveTo>
                    <a:lnTo>
                      <a:pt x="215900" y="0"/>
                    </a:lnTo>
                    <a:lnTo>
                      <a:pt x="215900" y="25400"/>
                    </a:lnTo>
                    <a:lnTo>
                      <a:pt x="0" y="25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B2A2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31" id="131"/>
              <p:cNvSpPr txBox="true"/>
              <p:nvPr/>
            </p:nvSpPr>
            <p:spPr>
              <a:xfrm>
                <a:off x="0" y="-38100"/>
                <a:ext cx="215900" cy="63500"/>
              </a:xfrm>
              <a:prstGeom prst="rect">
                <a:avLst/>
              </a:prstGeom>
            </p:spPr>
            <p:txBody>
              <a:bodyPr anchor="ctr" rtlCol="false" tIns="40288" lIns="40288" bIns="40288" rIns="40288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32" id="132"/>
            <p:cNvGrpSpPr/>
            <p:nvPr/>
          </p:nvGrpSpPr>
          <p:grpSpPr>
            <a:xfrm rot="0">
              <a:off x="1465479" y="1863323"/>
              <a:ext cx="90648" cy="20144"/>
              <a:chOff x="0" y="0"/>
              <a:chExt cx="114300" cy="25400"/>
            </a:xfrm>
          </p:grpSpPr>
          <p:sp>
            <p:nvSpPr>
              <p:cNvPr name="Freeform 133" id="133"/>
              <p:cNvSpPr/>
              <p:nvPr/>
            </p:nvSpPr>
            <p:spPr>
              <a:xfrm flipH="false" flipV="false" rot="0">
                <a:off x="0" y="0"/>
                <a:ext cx="114300" cy="25400"/>
              </a:xfrm>
              <a:custGeom>
                <a:avLst/>
                <a:gdLst/>
                <a:ahLst/>
                <a:cxnLst/>
                <a:rect r="r" b="b" t="t" l="l"/>
                <a:pathLst>
                  <a:path h="25400" w="114300">
                    <a:moveTo>
                      <a:pt x="0" y="0"/>
                    </a:moveTo>
                    <a:lnTo>
                      <a:pt x="114300" y="0"/>
                    </a:lnTo>
                    <a:lnTo>
                      <a:pt x="114300" y="25400"/>
                    </a:lnTo>
                    <a:lnTo>
                      <a:pt x="0" y="25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B2A2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34" id="134"/>
              <p:cNvSpPr txBox="true"/>
              <p:nvPr/>
            </p:nvSpPr>
            <p:spPr>
              <a:xfrm>
                <a:off x="0" y="-38100"/>
                <a:ext cx="114300" cy="63500"/>
              </a:xfrm>
              <a:prstGeom prst="rect">
                <a:avLst/>
              </a:prstGeom>
            </p:spPr>
            <p:txBody>
              <a:bodyPr anchor="ctr" rtlCol="false" tIns="40288" lIns="40288" bIns="40288" rIns="40288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35" id="135"/>
            <p:cNvGrpSpPr/>
            <p:nvPr/>
          </p:nvGrpSpPr>
          <p:grpSpPr>
            <a:xfrm rot="0">
              <a:off x="1500731" y="4391400"/>
              <a:ext cx="20144" cy="221584"/>
              <a:chOff x="0" y="0"/>
              <a:chExt cx="25400" cy="279400"/>
            </a:xfrm>
          </p:grpSpPr>
          <p:sp>
            <p:nvSpPr>
              <p:cNvPr name="Freeform 136" id="136"/>
              <p:cNvSpPr/>
              <p:nvPr/>
            </p:nvSpPr>
            <p:spPr>
              <a:xfrm flipH="false" flipV="false" rot="0">
                <a:off x="0" y="0"/>
                <a:ext cx="25400" cy="279400"/>
              </a:xfrm>
              <a:custGeom>
                <a:avLst/>
                <a:gdLst/>
                <a:ahLst/>
                <a:cxnLst/>
                <a:rect r="r" b="b" t="t" l="l"/>
                <a:pathLst>
                  <a:path h="279400" w="25400">
                    <a:moveTo>
                      <a:pt x="0" y="0"/>
                    </a:moveTo>
                    <a:lnTo>
                      <a:pt x="25400" y="0"/>
                    </a:lnTo>
                    <a:lnTo>
                      <a:pt x="25400" y="279400"/>
                    </a:lnTo>
                    <a:lnTo>
                      <a:pt x="0" y="279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B2A2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37" id="137"/>
              <p:cNvSpPr txBox="true"/>
              <p:nvPr/>
            </p:nvSpPr>
            <p:spPr>
              <a:xfrm>
                <a:off x="0" y="-38100"/>
                <a:ext cx="25400" cy="317500"/>
              </a:xfrm>
              <a:prstGeom prst="rect">
                <a:avLst/>
              </a:prstGeom>
            </p:spPr>
            <p:txBody>
              <a:bodyPr anchor="ctr" rtlCol="false" tIns="40288" lIns="40288" bIns="40288" rIns="40288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38" id="138"/>
            <p:cNvGrpSpPr/>
            <p:nvPr/>
          </p:nvGrpSpPr>
          <p:grpSpPr>
            <a:xfrm rot="0">
              <a:off x="1379866" y="4612984"/>
              <a:ext cx="261872" cy="20144"/>
              <a:chOff x="0" y="0"/>
              <a:chExt cx="330200" cy="25400"/>
            </a:xfrm>
          </p:grpSpPr>
          <p:sp>
            <p:nvSpPr>
              <p:cNvPr name="Freeform 139" id="139"/>
              <p:cNvSpPr/>
              <p:nvPr/>
            </p:nvSpPr>
            <p:spPr>
              <a:xfrm flipH="false" flipV="false" rot="0">
                <a:off x="0" y="0"/>
                <a:ext cx="330200" cy="25400"/>
              </a:xfrm>
              <a:custGeom>
                <a:avLst/>
                <a:gdLst/>
                <a:ahLst/>
                <a:cxnLst/>
                <a:rect r="r" b="b" t="t" l="l"/>
                <a:pathLst>
                  <a:path h="25400" w="330200">
                    <a:moveTo>
                      <a:pt x="0" y="0"/>
                    </a:moveTo>
                    <a:lnTo>
                      <a:pt x="330200" y="0"/>
                    </a:lnTo>
                    <a:lnTo>
                      <a:pt x="330200" y="25400"/>
                    </a:lnTo>
                    <a:lnTo>
                      <a:pt x="0" y="25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B2A2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0" id="140"/>
              <p:cNvSpPr txBox="true"/>
              <p:nvPr/>
            </p:nvSpPr>
            <p:spPr>
              <a:xfrm>
                <a:off x="0" y="-38100"/>
                <a:ext cx="330200" cy="63500"/>
              </a:xfrm>
              <a:prstGeom prst="rect">
                <a:avLst/>
              </a:prstGeom>
            </p:spPr>
            <p:txBody>
              <a:bodyPr anchor="ctr" rtlCol="false" tIns="40288" lIns="40288" bIns="40288" rIns="40288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41" id="141"/>
            <p:cNvGrpSpPr/>
            <p:nvPr/>
          </p:nvGrpSpPr>
          <p:grpSpPr>
            <a:xfrm rot="0">
              <a:off x="1425190" y="4673416"/>
              <a:ext cx="171224" cy="20144"/>
              <a:chOff x="0" y="0"/>
              <a:chExt cx="215900" cy="25400"/>
            </a:xfrm>
          </p:grpSpPr>
          <p:sp>
            <p:nvSpPr>
              <p:cNvPr name="Freeform 142" id="142"/>
              <p:cNvSpPr/>
              <p:nvPr/>
            </p:nvSpPr>
            <p:spPr>
              <a:xfrm flipH="false" flipV="false" rot="0">
                <a:off x="0" y="0"/>
                <a:ext cx="215900" cy="25400"/>
              </a:xfrm>
              <a:custGeom>
                <a:avLst/>
                <a:gdLst/>
                <a:ahLst/>
                <a:cxnLst/>
                <a:rect r="r" b="b" t="t" l="l"/>
                <a:pathLst>
                  <a:path h="25400" w="215900">
                    <a:moveTo>
                      <a:pt x="0" y="0"/>
                    </a:moveTo>
                    <a:lnTo>
                      <a:pt x="215900" y="0"/>
                    </a:lnTo>
                    <a:lnTo>
                      <a:pt x="215900" y="25400"/>
                    </a:lnTo>
                    <a:lnTo>
                      <a:pt x="0" y="25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B2A2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3" id="143"/>
              <p:cNvSpPr txBox="true"/>
              <p:nvPr/>
            </p:nvSpPr>
            <p:spPr>
              <a:xfrm>
                <a:off x="0" y="-38100"/>
                <a:ext cx="215900" cy="63500"/>
              </a:xfrm>
              <a:prstGeom prst="rect">
                <a:avLst/>
              </a:prstGeom>
            </p:spPr>
            <p:txBody>
              <a:bodyPr anchor="ctr" rtlCol="false" tIns="40288" lIns="40288" bIns="40288" rIns="40288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44" id="144"/>
            <p:cNvGrpSpPr/>
            <p:nvPr/>
          </p:nvGrpSpPr>
          <p:grpSpPr>
            <a:xfrm rot="0">
              <a:off x="1465479" y="4733848"/>
              <a:ext cx="90648" cy="20144"/>
              <a:chOff x="0" y="0"/>
              <a:chExt cx="114300" cy="25400"/>
            </a:xfrm>
          </p:grpSpPr>
          <p:sp>
            <p:nvSpPr>
              <p:cNvPr name="Freeform 145" id="145"/>
              <p:cNvSpPr/>
              <p:nvPr/>
            </p:nvSpPr>
            <p:spPr>
              <a:xfrm flipH="false" flipV="false" rot="0">
                <a:off x="0" y="0"/>
                <a:ext cx="114300" cy="25400"/>
              </a:xfrm>
              <a:custGeom>
                <a:avLst/>
                <a:gdLst/>
                <a:ahLst/>
                <a:cxnLst/>
                <a:rect r="r" b="b" t="t" l="l"/>
                <a:pathLst>
                  <a:path h="25400" w="114300">
                    <a:moveTo>
                      <a:pt x="0" y="0"/>
                    </a:moveTo>
                    <a:lnTo>
                      <a:pt x="114300" y="0"/>
                    </a:lnTo>
                    <a:lnTo>
                      <a:pt x="114300" y="25400"/>
                    </a:lnTo>
                    <a:lnTo>
                      <a:pt x="0" y="25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B2A2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6" id="146"/>
              <p:cNvSpPr txBox="true"/>
              <p:nvPr/>
            </p:nvSpPr>
            <p:spPr>
              <a:xfrm>
                <a:off x="0" y="-38100"/>
                <a:ext cx="114300" cy="63500"/>
              </a:xfrm>
              <a:prstGeom prst="rect">
                <a:avLst/>
              </a:prstGeom>
            </p:spPr>
            <p:txBody>
              <a:bodyPr anchor="ctr" rtlCol="false" tIns="40288" lIns="40288" bIns="40288" rIns="40288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47" id="147"/>
            <p:cNvGrpSpPr/>
            <p:nvPr/>
          </p:nvGrpSpPr>
          <p:grpSpPr>
            <a:xfrm rot="0">
              <a:off x="7946822" y="1671955"/>
              <a:ext cx="20144" cy="221584"/>
              <a:chOff x="0" y="0"/>
              <a:chExt cx="25400" cy="279400"/>
            </a:xfrm>
          </p:grpSpPr>
          <p:sp>
            <p:nvSpPr>
              <p:cNvPr name="Freeform 148" id="148"/>
              <p:cNvSpPr/>
              <p:nvPr/>
            </p:nvSpPr>
            <p:spPr>
              <a:xfrm flipH="false" flipV="false" rot="0">
                <a:off x="0" y="0"/>
                <a:ext cx="25400" cy="279400"/>
              </a:xfrm>
              <a:custGeom>
                <a:avLst/>
                <a:gdLst/>
                <a:ahLst/>
                <a:cxnLst/>
                <a:rect r="r" b="b" t="t" l="l"/>
                <a:pathLst>
                  <a:path h="279400" w="25400">
                    <a:moveTo>
                      <a:pt x="0" y="0"/>
                    </a:moveTo>
                    <a:lnTo>
                      <a:pt x="25400" y="0"/>
                    </a:lnTo>
                    <a:lnTo>
                      <a:pt x="25400" y="279400"/>
                    </a:lnTo>
                    <a:lnTo>
                      <a:pt x="0" y="279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B2A2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9" id="149"/>
              <p:cNvSpPr txBox="true"/>
              <p:nvPr/>
            </p:nvSpPr>
            <p:spPr>
              <a:xfrm>
                <a:off x="0" y="-38100"/>
                <a:ext cx="25400" cy="317500"/>
              </a:xfrm>
              <a:prstGeom prst="rect">
                <a:avLst/>
              </a:prstGeom>
            </p:spPr>
            <p:txBody>
              <a:bodyPr anchor="ctr" rtlCol="false" tIns="40288" lIns="40288" bIns="40288" rIns="40288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50" id="150"/>
            <p:cNvGrpSpPr/>
            <p:nvPr/>
          </p:nvGrpSpPr>
          <p:grpSpPr>
            <a:xfrm rot="0">
              <a:off x="7825957" y="1893539"/>
              <a:ext cx="261872" cy="20144"/>
              <a:chOff x="0" y="0"/>
              <a:chExt cx="330200" cy="25400"/>
            </a:xfrm>
          </p:grpSpPr>
          <p:sp>
            <p:nvSpPr>
              <p:cNvPr name="Freeform 151" id="151"/>
              <p:cNvSpPr/>
              <p:nvPr/>
            </p:nvSpPr>
            <p:spPr>
              <a:xfrm flipH="false" flipV="false" rot="0">
                <a:off x="0" y="0"/>
                <a:ext cx="330200" cy="25400"/>
              </a:xfrm>
              <a:custGeom>
                <a:avLst/>
                <a:gdLst/>
                <a:ahLst/>
                <a:cxnLst/>
                <a:rect r="r" b="b" t="t" l="l"/>
                <a:pathLst>
                  <a:path h="25400" w="330200">
                    <a:moveTo>
                      <a:pt x="0" y="0"/>
                    </a:moveTo>
                    <a:lnTo>
                      <a:pt x="330200" y="0"/>
                    </a:lnTo>
                    <a:lnTo>
                      <a:pt x="330200" y="25400"/>
                    </a:lnTo>
                    <a:lnTo>
                      <a:pt x="0" y="25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B2A2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52" id="152"/>
              <p:cNvSpPr txBox="true"/>
              <p:nvPr/>
            </p:nvSpPr>
            <p:spPr>
              <a:xfrm>
                <a:off x="0" y="-38100"/>
                <a:ext cx="330200" cy="63500"/>
              </a:xfrm>
              <a:prstGeom prst="rect">
                <a:avLst/>
              </a:prstGeom>
            </p:spPr>
            <p:txBody>
              <a:bodyPr anchor="ctr" rtlCol="false" tIns="40288" lIns="40288" bIns="40288" rIns="40288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53" id="153"/>
            <p:cNvGrpSpPr/>
            <p:nvPr/>
          </p:nvGrpSpPr>
          <p:grpSpPr>
            <a:xfrm rot="0">
              <a:off x="7871282" y="1953971"/>
              <a:ext cx="171224" cy="20144"/>
              <a:chOff x="0" y="0"/>
              <a:chExt cx="215900" cy="25400"/>
            </a:xfrm>
          </p:grpSpPr>
          <p:sp>
            <p:nvSpPr>
              <p:cNvPr name="Freeform 154" id="154"/>
              <p:cNvSpPr/>
              <p:nvPr/>
            </p:nvSpPr>
            <p:spPr>
              <a:xfrm flipH="false" flipV="false" rot="0">
                <a:off x="0" y="0"/>
                <a:ext cx="215900" cy="25400"/>
              </a:xfrm>
              <a:custGeom>
                <a:avLst/>
                <a:gdLst/>
                <a:ahLst/>
                <a:cxnLst/>
                <a:rect r="r" b="b" t="t" l="l"/>
                <a:pathLst>
                  <a:path h="25400" w="215900">
                    <a:moveTo>
                      <a:pt x="0" y="0"/>
                    </a:moveTo>
                    <a:lnTo>
                      <a:pt x="215900" y="0"/>
                    </a:lnTo>
                    <a:lnTo>
                      <a:pt x="215900" y="25400"/>
                    </a:lnTo>
                    <a:lnTo>
                      <a:pt x="0" y="25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B2A2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55" id="155"/>
              <p:cNvSpPr txBox="true"/>
              <p:nvPr/>
            </p:nvSpPr>
            <p:spPr>
              <a:xfrm>
                <a:off x="0" y="-38100"/>
                <a:ext cx="215900" cy="63500"/>
              </a:xfrm>
              <a:prstGeom prst="rect">
                <a:avLst/>
              </a:prstGeom>
            </p:spPr>
            <p:txBody>
              <a:bodyPr anchor="ctr" rtlCol="false" tIns="40288" lIns="40288" bIns="40288" rIns="40288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56" id="156"/>
            <p:cNvGrpSpPr/>
            <p:nvPr/>
          </p:nvGrpSpPr>
          <p:grpSpPr>
            <a:xfrm rot="0">
              <a:off x="7911570" y="2014403"/>
              <a:ext cx="90648" cy="20144"/>
              <a:chOff x="0" y="0"/>
              <a:chExt cx="114300" cy="25400"/>
            </a:xfrm>
          </p:grpSpPr>
          <p:sp>
            <p:nvSpPr>
              <p:cNvPr name="Freeform 157" id="157"/>
              <p:cNvSpPr/>
              <p:nvPr/>
            </p:nvSpPr>
            <p:spPr>
              <a:xfrm flipH="false" flipV="false" rot="0">
                <a:off x="0" y="0"/>
                <a:ext cx="114300" cy="25400"/>
              </a:xfrm>
              <a:custGeom>
                <a:avLst/>
                <a:gdLst/>
                <a:ahLst/>
                <a:cxnLst/>
                <a:rect r="r" b="b" t="t" l="l"/>
                <a:pathLst>
                  <a:path h="25400" w="114300">
                    <a:moveTo>
                      <a:pt x="0" y="0"/>
                    </a:moveTo>
                    <a:lnTo>
                      <a:pt x="114300" y="0"/>
                    </a:lnTo>
                    <a:lnTo>
                      <a:pt x="114300" y="25400"/>
                    </a:lnTo>
                    <a:lnTo>
                      <a:pt x="0" y="25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B2A2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58" id="158"/>
              <p:cNvSpPr txBox="true"/>
              <p:nvPr/>
            </p:nvSpPr>
            <p:spPr>
              <a:xfrm>
                <a:off x="0" y="-38100"/>
                <a:ext cx="114300" cy="63500"/>
              </a:xfrm>
              <a:prstGeom prst="rect">
                <a:avLst/>
              </a:prstGeom>
            </p:spPr>
            <p:txBody>
              <a:bodyPr anchor="ctr" rtlCol="false" tIns="40288" lIns="40288" bIns="40288" rIns="40288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59" id="159"/>
            <p:cNvGrpSpPr/>
            <p:nvPr/>
          </p:nvGrpSpPr>
          <p:grpSpPr>
            <a:xfrm rot="0">
              <a:off x="1651811" y="2880597"/>
              <a:ext cx="20144" cy="221584"/>
              <a:chOff x="0" y="0"/>
              <a:chExt cx="25400" cy="279400"/>
            </a:xfrm>
          </p:grpSpPr>
          <p:sp>
            <p:nvSpPr>
              <p:cNvPr name="Freeform 160" id="160"/>
              <p:cNvSpPr/>
              <p:nvPr/>
            </p:nvSpPr>
            <p:spPr>
              <a:xfrm flipH="false" flipV="false" rot="0">
                <a:off x="0" y="0"/>
                <a:ext cx="25400" cy="279400"/>
              </a:xfrm>
              <a:custGeom>
                <a:avLst/>
                <a:gdLst/>
                <a:ahLst/>
                <a:cxnLst/>
                <a:rect r="r" b="b" t="t" l="l"/>
                <a:pathLst>
                  <a:path h="279400" w="25400">
                    <a:moveTo>
                      <a:pt x="0" y="0"/>
                    </a:moveTo>
                    <a:lnTo>
                      <a:pt x="25400" y="0"/>
                    </a:lnTo>
                    <a:lnTo>
                      <a:pt x="25400" y="279400"/>
                    </a:lnTo>
                    <a:lnTo>
                      <a:pt x="0" y="279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B2A2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61" id="161"/>
              <p:cNvSpPr txBox="true"/>
              <p:nvPr/>
            </p:nvSpPr>
            <p:spPr>
              <a:xfrm>
                <a:off x="0" y="-38100"/>
                <a:ext cx="25400" cy="317500"/>
              </a:xfrm>
              <a:prstGeom prst="rect">
                <a:avLst/>
              </a:prstGeom>
            </p:spPr>
            <p:txBody>
              <a:bodyPr anchor="ctr" rtlCol="false" tIns="40288" lIns="40288" bIns="40288" rIns="40288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62" id="162"/>
            <p:cNvGrpSpPr/>
            <p:nvPr/>
          </p:nvGrpSpPr>
          <p:grpSpPr>
            <a:xfrm rot="0">
              <a:off x="1530947" y="3102181"/>
              <a:ext cx="261872" cy="20144"/>
              <a:chOff x="0" y="0"/>
              <a:chExt cx="330200" cy="25400"/>
            </a:xfrm>
          </p:grpSpPr>
          <p:sp>
            <p:nvSpPr>
              <p:cNvPr name="Freeform 163" id="163"/>
              <p:cNvSpPr/>
              <p:nvPr/>
            </p:nvSpPr>
            <p:spPr>
              <a:xfrm flipH="false" flipV="false" rot="0">
                <a:off x="0" y="0"/>
                <a:ext cx="330200" cy="25400"/>
              </a:xfrm>
              <a:custGeom>
                <a:avLst/>
                <a:gdLst/>
                <a:ahLst/>
                <a:cxnLst/>
                <a:rect r="r" b="b" t="t" l="l"/>
                <a:pathLst>
                  <a:path h="25400" w="330200">
                    <a:moveTo>
                      <a:pt x="0" y="0"/>
                    </a:moveTo>
                    <a:lnTo>
                      <a:pt x="330200" y="0"/>
                    </a:lnTo>
                    <a:lnTo>
                      <a:pt x="330200" y="25400"/>
                    </a:lnTo>
                    <a:lnTo>
                      <a:pt x="0" y="25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B2A2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64" id="164"/>
              <p:cNvSpPr txBox="true"/>
              <p:nvPr/>
            </p:nvSpPr>
            <p:spPr>
              <a:xfrm>
                <a:off x="0" y="-38100"/>
                <a:ext cx="330200" cy="63500"/>
              </a:xfrm>
              <a:prstGeom prst="rect">
                <a:avLst/>
              </a:prstGeom>
            </p:spPr>
            <p:txBody>
              <a:bodyPr anchor="ctr" rtlCol="false" tIns="40288" lIns="40288" bIns="40288" rIns="40288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65" id="165"/>
            <p:cNvGrpSpPr/>
            <p:nvPr/>
          </p:nvGrpSpPr>
          <p:grpSpPr>
            <a:xfrm rot="0">
              <a:off x="1576271" y="3162613"/>
              <a:ext cx="171224" cy="20144"/>
              <a:chOff x="0" y="0"/>
              <a:chExt cx="215900" cy="25400"/>
            </a:xfrm>
          </p:grpSpPr>
          <p:sp>
            <p:nvSpPr>
              <p:cNvPr name="Freeform 166" id="166"/>
              <p:cNvSpPr/>
              <p:nvPr/>
            </p:nvSpPr>
            <p:spPr>
              <a:xfrm flipH="false" flipV="false" rot="0">
                <a:off x="0" y="0"/>
                <a:ext cx="215900" cy="25400"/>
              </a:xfrm>
              <a:custGeom>
                <a:avLst/>
                <a:gdLst/>
                <a:ahLst/>
                <a:cxnLst/>
                <a:rect r="r" b="b" t="t" l="l"/>
                <a:pathLst>
                  <a:path h="25400" w="215900">
                    <a:moveTo>
                      <a:pt x="0" y="0"/>
                    </a:moveTo>
                    <a:lnTo>
                      <a:pt x="215900" y="0"/>
                    </a:lnTo>
                    <a:lnTo>
                      <a:pt x="215900" y="25400"/>
                    </a:lnTo>
                    <a:lnTo>
                      <a:pt x="0" y="25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B2A2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67" id="167"/>
              <p:cNvSpPr txBox="true"/>
              <p:nvPr/>
            </p:nvSpPr>
            <p:spPr>
              <a:xfrm>
                <a:off x="0" y="-38100"/>
                <a:ext cx="215900" cy="63500"/>
              </a:xfrm>
              <a:prstGeom prst="rect">
                <a:avLst/>
              </a:prstGeom>
            </p:spPr>
            <p:txBody>
              <a:bodyPr anchor="ctr" rtlCol="false" tIns="40288" lIns="40288" bIns="40288" rIns="40288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68" id="168"/>
            <p:cNvGrpSpPr/>
            <p:nvPr/>
          </p:nvGrpSpPr>
          <p:grpSpPr>
            <a:xfrm rot="0">
              <a:off x="1616559" y="3223046"/>
              <a:ext cx="90648" cy="20144"/>
              <a:chOff x="0" y="0"/>
              <a:chExt cx="114300" cy="25400"/>
            </a:xfrm>
          </p:grpSpPr>
          <p:sp>
            <p:nvSpPr>
              <p:cNvPr name="Freeform 169" id="169"/>
              <p:cNvSpPr/>
              <p:nvPr/>
            </p:nvSpPr>
            <p:spPr>
              <a:xfrm flipH="false" flipV="false" rot="0">
                <a:off x="0" y="0"/>
                <a:ext cx="114300" cy="25400"/>
              </a:xfrm>
              <a:custGeom>
                <a:avLst/>
                <a:gdLst/>
                <a:ahLst/>
                <a:cxnLst/>
                <a:rect r="r" b="b" t="t" l="l"/>
                <a:pathLst>
                  <a:path h="25400" w="114300">
                    <a:moveTo>
                      <a:pt x="0" y="0"/>
                    </a:moveTo>
                    <a:lnTo>
                      <a:pt x="114300" y="0"/>
                    </a:lnTo>
                    <a:lnTo>
                      <a:pt x="114300" y="25400"/>
                    </a:lnTo>
                    <a:lnTo>
                      <a:pt x="0" y="25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B2A2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70" id="170"/>
              <p:cNvSpPr txBox="true"/>
              <p:nvPr/>
            </p:nvSpPr>
            <p:spPr>
              <a:xfrm>
                <a:off x="0" y="-38100"/>
                <a:ext cx="114300" cy="63500"/>
              </a:xfrm>
              <a:prstGeom prst="rect">
                <a:avLst/>
              </a:prstGeom>
            </p:spPr>
            <p:txBody>
              <a:bodyPr anchor="ctr" rtlCol="false" tIns="40288" lIns="40288" bIns="40288" rIns="40288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71" id="171"/>
            <p:cNvGrpSpPr/>
            <p:nvPr/>
          </p:nvGrpSpPr>
          <p:grpSpPr>
            <a:xfrm rot="0">
              <a:off x="3817295" y="4351111"/>
              <a:ext cx="20144" cy="221584"/>
              <a:chOff x="0" y="0"/>
              <a:chExt cx="25400" cy="279400"/>
            </a:xfrm>
          </p:grpSpPr>
          <p:sp>
            <p:nvSpPr>
              <p:cNvPr name="Freeform 172" id="172"/>
              <p:cNvSpPr/>
              <p:nvPr/>
            </p:nvSpPr>
            <p:spPr>
              <a:xfrm flipH="false" flipV="false" rot="0">
                <a:off x="0" y="0"/>
                <a:ext cx="25400" cy="279400"/>
              </a:xfrm>
              <a:custGeom>
                <a:avLst/>
                <a:gdLst/>
                <a:ahLst/>
                <a:cxnLst/>
                <a:rect r="r" b="b" t="t" l="l"/>
                <a:pathLst>
                  <a:path h="279400" w="25400">
                    <a:moveTo>
                      <a:pt x="0" y="0"/>
                    </a:moveTo>
                    <a:lnTo>
                      <a:pt x="25400" y="0"/>
                    </a:lnTo>
                    <a:lnTo>
                      <a:pt x="25400" y="279400"/>
                    </a:lnTo>
                    <a:lnTo>
                      <a:pt x="0" y="279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B2A2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73" id="173"/>
              <p:cNvSpPr txBox="true"/>
              <p:nvPr/>
            </p:nvSpPr>
            <p:spPr>
              <a:xfrm>
                <a:off x="0" y="-38100"/>
                <a:ext cx="25400" cy="317500"/>
              </a:xfrm>
              <a:prstGeom prst="rect">
                <a:avLst/>
              </a:prstGeom>
            </p:spPr>
            <p:txBody>
              <a:bodyPr anchor="ctr" rtlCol="false" tIns="40288" lIns="40288" bIns="40288" rIns="40288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74" id="174"/>
            <p:cNvGrpSpPr/>
            <p:nvPr/>
          </p:nvGrpSpPr>
          <p:grpSpPr>
            <a:xfrm rot="0">
              <a:off x="3696430" y="4572696"/>
              <a:ext cx="261872" cy="20144"/>
              <a:chOff x="0" y="0"/>
              <a:chExt cx="330200" cy="25400"/>
            </a:xfrm>
          </p:grpSpPr>
          <p:sp>
            <p:nvSpPr>
              <p:cNvPr name="Freeform 175" id="175"/>
              <p:cNvSpPr/>
              <p:nvPr/>
            </p:nvSpPr>
            <p:spPr>
              <a:xfrm flipH="false" flipV="false" rot="0">
                <a:off x="0" y="0"/>
                <a:ext cx="330200" cy="25400"/>
              </a:xfrm>
              <a:custGeom>
                <a:avLst/>
                <a:gdLst/>
                <a:ahLst/>
                <a:cxnLst/>
                <a:rect r="r" b="b" t="t" l="l"/>
                <a:pathLst>
                  <a:path h="25400" w="330200">
                    <a:moveTo>
                      <a:pt x="0" y="0"/>
                    </a:moveTo>
                    <a:lnTo>
                      <a:pt x="330200" y="0"/>
                    </a:lnTo>
                    <a:lnTo>
                      <a:pt x="330200" y="25400"/>
                    </a:lnTo>
                    <a:lnTo>
                      <a:pt x="0" y="25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B2A2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76" id="176"/>
              <p:cNvSpPr txBox="true"/>
              <p:nvPr/>
            </p:nvSpPr>
            <p:spPr>
              <a:xfrm>
                <a:off x="0" y="-38100"/>
                <a:ext cx="330200" cy="63500"/>
              </a:xfrm>
              <a:prstGeom prst="rect">
                <a:avLst/>
              </a:prstGeom>
            </p:spPr>
            <p:txBody>
              <a:bodyPr anchor="ctr" rtlCol="false" tIns="40288" lIns="40288" bIns="40288" rIns="40288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77" id="177"/>
            <p:cNvGrpSpPr/>
            <p:nvPr/>
          </p:nvGrpSpPr>
          <p:grpSpPr>
            <a:xfrm rot="0">
              <a:off x="3741754" y="4633128"/>
              <a:ext cx="171224" cy="20144"/>
              <a:chOff x="0" y="0"/>
              <a:chExt cx="215900" cy="25400"/>
            </a:xfrm>
          </p:grpSpPr>
          <p:sp>
            <p:nvSpPr>
              <p:cNvPr name="Freeform 178" id="178"/>
              <p:cNvSpPr/>
              <p:nvPr/>
            </p:nvSpPr>
            <p:spPr>
              <a:xfrm flipH="false" flipV="false" rot="0">
                <a:off x="0" y="0"/>
                <a:ext cx="215900" cy="25400"/>
              </a:xfrm>
              <a:custGeom>
                <a:avLst/>
                <a:gdLst/>
                <a:ahLst/>
                <a:cxnLst/>
                <a:rect r="r" b="b" t="t" l="l"/>
                <a:pathLst>
                  <a:path h="25400" w="215900">
                    <a:moveTo>
                      <a:pt x="0" y="0"/>
                    </a:moveTo>
                    <a:lnTo>
                      <a:pt x="215900" y="0"/>
                    </a:lnTo>
                    <a:lnTo>
                      <a:pt x="215900" y="25400"/>
                    </a:lnTo>
                    <a:lnTo>
                      <a:pt x="0" y="25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B2A2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79" id="179"/>
              <p:cNvSpPr txBox="true"/>
              <p:nvPr/>
            </p:nvSpPr>
            <p:spPr>
              <a:xfrm>
                <a:off x="0" y="-38100"/>
                <a:ext cx="215900" cy="63500"/>
              </a:xfrm>
              <a:prstGeom prst="rect">
                <a:avLst/>
              </a:prstGeom>
            </p:spPr>
            <p:txBody>
              <a:bodyPr anchor="ctr" rtlCol="false" tIns="40288" lIns="40288" bIns="40288" rIns="40288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80" id="180"/>
            <p:cNvGrpSpPr/>
            <p:nvPr/>
          </p:nvGrpSpPr>
          <p:grpSpPr>
            <a:xfrm rot="0">
              <a:off x="3782043" y="4693560"/>
              <a:ext cx="90648" cy="20144"/>
              <a:chOff x="0" y="0"/>
              <a:chExt cx="114300" cy="25400"/>
            </a:xfrm>
          </p:grpSpPr>
          <p:sp>
            <p:nvSpPr>
              <p:cNvPr name="Freeform 181" id="181"/>
              <p:cNvSpPr/>
              <p:nvPr/>
            </p:nvSpPr>
            <p:spPr>
              <a:xfrm flipH="false" flipV="false" rot="0">
                <a:off x="0" y="0"/>
                <a:ext cx="114300" cy="25400"/>
              </a:xfrm>
              <a:custGeom>
                <a:avLst/>
                <a:gdLst/>
                <a:ahLst/>
                <a:cxnLst/>
                <a:rect r="r" b="b" t="t" l="l"/>
                <a:pathLst>
                  <a:path h="25400" w="114300">
                    <a:moveTo>
                      <a:pt x="0" y="0"/>
                    </a:moveTo>
                    <a:lnTo>
                      <a:pt x="114300" y="0"/>
                    </a:lnTo>
                    <a:lnTo>
                      <a:pt x="114300" y="25400"/>
                    </a:lnTo>
                    <a:lnTo>
                      <a:pt x="0" y="25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B2A2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82" id="182"/>
              <p:cNvSpPr txBox="true"/>
              <p:nvPr/>
            </p:nvSpPr>
            <p:spPr>
              <a:xfrm>
                <a:off x="0" y="-38100"/>
                <a:ext cx="114300" cy="63500"/>
              </a:xfrm>
              <a:prstGeom prst="rect">
                <a:avLst/>
              </a:prstGeom>
            </p:spPr>
            <p:txBody>
              <a:bodyPr anchor="ctr" rtlCol="false" tIns="40288" lIns="40288" bIns="40288" rIns="40288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83" id="183"/>
            <p:cNvGrpSpPr/>
            <p:nvPr/>
          </p:nvGrpSpPr>
          <p:grpSpPr>
            <a:xfrm rot="0">
              <a:off x="5227377" y="4351111"/>
              <a:ext cx="20144" cy="221584"/>
              <a:chOff x="0" y="0"/>
              <a:chExt cx="25400" cy="279400"/>
            </a:xfrm>
          </p:grpSpPr>
          <p:sp>
            <p:nvSpPr>
              <p:cNvPr name="Freeform 184" id="184"/>
              <p:cNvSpPr/>
              <p:nvPr/>
            </p:nvSpPr>
            <p:spPr>
              <a:xfrm flipH="false" flipV="false" rot="0">
                <a:off x="0" y="0"/>
                <a:ext cx="25400" cy="279400"/>
              </a:xfrm>
              <a:custGeom>
                <a:avLst/>
                <a:gdLst/>
                <a:ahLst/>
                <a:cxnLst/>
                <a:rect r="r" b="b" t="t" l="l"/>
                <a:pathLst>
                  <a:path h="279400" w="25400">
                    <a:moveTo>
                      <a:pt x="0" y="0"/>
                    </a:moveTo>
                    <a:lnTo>
                      <a:pt x="25400" y="0"/>
                    </a:lnTo>
                    <a:lnTo>
                      <a:pt x="25400" y="279400"/>
                    </a:lnTo>
                    <a:lnTo>
                      <a:pt x="0" y="279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B2A2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85" id="185"/>
              <p:cNvSpPr txBox="true"/>
              <p:nvPr/>
            </p:nvSpPr>
            <p:spPr>
              <a:xfrm>
                <a:off x="0" y="-38100"/>
                <a:ext cx="25400" cy="317500"/>
              </a:xfrm>
              <a:prstGeom prst="rect">
                <a:avLst/>
              </a:prstGeom>
            </p:spPr>
            <p:txBody>
              <a:bodyPr anchor="ctr" rtlCol="false" tIns="40288" lIns="40288" bIns="40288" rIns="40288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86" id="186"/>
            <p:cNvGrpSpPr/>
            <p:nvPr/>
          </p:nvGrpSpPr>
          <p:grpSpPr>
            <a:xfrm rot="0">
              <a:off x="5106513" y="4572696"/>
              <a:ext cx="261872" cy="20144"/>
              <a:chOff x="0" y="0"/>
              <a:chExt cx="330200" cy="25400"/>
            </a:xfrm>
          </p:grpSpPr>
          <p:sp>
            <p:nvSpPr>
              <p:cNvPr name="Freeform 187" id="187"/>
              <p:cNvSpPr/>
              <p:nvPr/>
            </p:nvSpPr>
            <p:spPr>
              <a:xfrm flipH="false" flipV="false" rot="0">
                <a:off x="0" y="0"/>
                <a:ext cx="330200" cy="25400"/>
              </a:xfrm>
              <a:custGeom>
                <a:avLst/>
                <a:gdLst/>
                <a:ahLst/>
                <a:cxnLst/>
                <a:rect r="r" b="b" t="t" l="l"/>
                <a:pathLst>
                  <a:path h="25400" w="330200">
                    <a:moveTo>
                      <a:pt x="0" y="0"/>
                    </a:moveTo>
                    <a:lnTo>
                      <a:pt x="330200" y="0"/>
                    </a:lnTo>
                    <a:lnTo>
                      <a:pt x="330200" y="25400"/>
                    </a:lnTo>
                    <a:lnTo>
                      <a:pt x="0" y="25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B2A2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88" id="188"/>
              <p:cNvSpPr txBox="true"/>
              <p:nvPr/>
            </p:nvSpPr>
            <p:spPr>
              <a:xfrm>
                <a:off x="0" y="-38100"/>
                <a:ext cx="330200" cy="63500"/>
              </a:xfrm>
              <a:prstGeom prst="rect">
                <a:avLst/>
              </a:prstGeom>
            </p:spPr>
            <p:txBody>
              <a:bodyPr anchor="ctr" rtlCol="false" tIns="40288" lIns="40288" bIns="40288" rIns="40288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89" id="189"/>
            <p:cNvGrpSpPr/>
            <p:nvPr/>
          </p:nvGrpSpPr>
          <p:grpSpPr>
            <a:xfrm rot="0">
              <a:off x="5151837" y="4633128"/>
              <a:ext cx="171224" cy="20144"/>
              <a:chOff x="0" y="0"/>
              <a:chExt cx="215900" cy="25400"/>
            </a:xfrm>
          </p:grpSpPr>
          <p:sp>
            <p:nvSpPr>
              <p:cNvPr name="Freeform 190" id="190"/>
              <p:cNvSpPr/>
              <p:nvPr/>
            </p:nvSpPr>
            <p:spPr>
              <a:xfrm flipH="false" flipV="false" rot="0">
                <a:off x="0" y="0"/>
                <a:ext cx="215900" cy="25400"/>
              </a:xfrm>
              <a:custGeom>
                <a:avLst/>
                <a:gdLst/>
                <a:ahLst/>
                <a:cxnLst/>
                <a:rect r="r" b="b" t="t" l="l"/>
                <a:pathLst>
                  <a:path h="25400" w="215900">
                    <a:moveTo>
                      <a:pt x="0" y="0"/>
                    </a:moveTo>
                    <a:lnTo>
                      <a:pt x="215900" y="0"/>
                    </a:lnTo>
                    <a:lnTo>
                      <a:pt x="215900" y="25400"/>
                    </a:lnTo>
                    <a:lnTo>
                      <a:pt x="0" y="25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B2A2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91" id="191"/>
              <p:cNvSpPr txBox="true"/>
              <p:nvPr/>
            </p:nvSpPr>
            <p:spPr>
              <a:xfrm>
                <a:off x="0" y="-38100"/>
                <a:ext cx="215900" cy="63500"/>
              </a:xfrm>
              <a:prstGeom prst="rect">
                <a:avLst/>
              </a:prstGeom>
            </p:spPr>
            <p:txBody>
              <a:bodyPr anchor="ctr" rtlCol="false" tIns="40288" lIns="40288" bIns="40288" rIns="40288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92" id="192"/>
            <p:cNvGrpSpPr/>
            <p:nvPr/>
          </p:nvGrpSpPr>
          <p:grpSpPr>
            <a:xfrm rot="0">
              <a:off x="5192125" y="4693560"/>
              <a:ext cx="90648" cy="20144"/>
              <a:chOff x="0" y="0"/>
              <a:chExt cx="114300" cy="25400"/>
            </a:xfrm>
          </p:grpSpPr>
          <p:sp>
            <p:nvSpPr>
              <p:cNvPr name="Freeform 193" id="193"/>
              <p:cNvSpPr/>
              <p:nvPr/>
            </p:nvSpPr>
            <p:spPr>
              <a:xfrm flipH="false" flipV="false" rot="0">
                <a:off x="0" y="0"/>
                <a:ext cx="114300" cy="25400"/>
              </a:xfrm>
              <a:custGeom>
                <a:avLst/>
                <a:gdLst/>
                <a:ahLst/>
                <a:cxnLst/>
                <a:rect r="r" b="b" t="t" l="l"/>
                <a:pathLst>
                  <a:path h="25400" w="114300">
                    <a:moveTo>
                      <a:pt x="0" y="0"/>
                    </a:moveTo>
                    <a:lnTo>
                      <a:pt x="114300" y="0"/>
                    </a:lnTo>
                    <a:lnTo>
                      <a:pt x="114300" y="25400"/>
                    </a:lnTo>
                    <a:lnTo>
                      <a:pt x="0" y="25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B2A2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94" id="194"/>
              <p:cNvSpPr txBox="true"/>
              <p:nvPr/>
            </p:nvSpPr>
            <p:spPr>
              <a:xfrm>
                <a:off x="0" y="-38100"/>
                <a:ext cx="114300" cy="63500"/>
              </a:xfrm>
              <a:prstGeom prst="rect">
                <a:avLst/>
              </a:prstGeom>
            </p:spPr>
            <p:txBody>
              <a:bodyPr anchor="ctr" rtlCol="false" tIns="40288" lIns="40288" bIns="40288" rIns="40288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95" id="195"/>
            <p:cNvGrpSpPr/>
            <p:nvPr/>
          </p:nvGrpSpPr>
          <p:grpSpPr>
            <a:xfrm rot="0">
              <a:off x="3817295" y="3938159"/>
              <a:ext cx="20144" cy="151080"/>
              <a:chOff x="0" y="0"/>
              <a:chExt cx="25400" cy="190500"/>
            </a:xfrm>
          </p:grpSpPr>
          <p:sp>
            <p:nvSpPr>
              <p:cNvPr name="Freeform 196" id="196"/>
              <p:cNvSpPr/>
              <p:nvPr/>
            </p:nvSpPr>
            <p:spPr>
              <a:xfrm flipH="false" flipV="false" rot="0">
                <a:off x="0" y="0"/>
                <a:ext cx="25400" cy="190500"/>
              </a:xfrm>
              <a:custGeom>
                <a:avLst/>
                <a:gdLst/>
                <a:ahLst/>
                <a:cxnLst/>
                <a:rect r="r" b="b" t="t" l="l"/>
                <a:pathLst>
                  <a:path h="190500" w="25400">
                    <a:moveTo>
                      <a:pt x="0" y="0"/>
                    </a:moveTo>
                    <a:lnTo>
                      <a:pt x="25400" y="0"/>
                    </a:lnTo>
                    <a:lnTo>
                      <a:pt x="25400" y="190500"/>
                    </a:lnTo>
                    <a:lnTo>
                      <a:pt x="0" y="1905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B2A2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97" id="197"/>
              <p:cNvSpPr txBox="true"/>
              <p:nvPr/>
            </p:nvSpPr>
            <p:spPr>
              <a:xfrm>
                <a:off x="0" y="-38100"/>
                <a:ext cx="25400" cy="228600"/>
              </a:xfrm>
              <a:prstGeom prst="rect">
                <a:avLst/>
              </a:prstGeom>
            </p:spPr>
            <p:txBody>
              <a:bodyPr anchor="ctr" rtlCol="false" tIns="40288" lIns="40288" bIns="40288" rIns="40288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98" id="198"/>
            <p:cNvGrpSpPr/>
            <p:nvPr/>
          </p:nvGrpSpPr>
          <p:grpSpPr>
            <a:xfrm rot="0">
              <a:off x="3706502" y="4079167"/>
              <a:ext cx="120864" cy="20144"/>
              <a:chOff x="0" y="0"/>
              <a:chExt cx="152400" cy="25400"/>
            </a:xfrm>
          </p:grpSpPr>
          <p:sp>
            <p:nvSpPr>
              <p:cNvPr name="Freeform 199" id="199"/>
              <p:cNvSpPr/>
              <p:nvPr/>
            </p:nvSpPr>
            <p:spPr>
              <a:xfrm flipH="false" flipV="false" rot="0">
                <a:off x="0" y="0"/>
                <a:ext cx="152400" cy="25400"/>
              </a:xfrm>
              <a:custGeom>
                <a:avLst/>
                <a:gdLst/>
                <a:ahLst/>
                <a:cxnLst/>
                <a:rect r="r" b="b" t="t" l="l"/>
                <a:pathLst>
                  <a:path h="25400" w="152400">
                    <a:moveTo>
                      <a:pt x="0" y="0"/>
                    </a:moveTo>
                    <a:lnTo>
                      <a:pt x="152400" y="0"/>
                    </a:lnTo>
                    <a:lnTo>
                      <a:pt x="152400" y="25400"/>
                    </a:lnTo>
                    <a:lnTo>
                      <a:pt x="0" y="25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B2A2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00" id="200"/>
              <p:cNvSpPr txBox="true"/>
              <p:nvPr/>
            </p:nvSpPr>
            <p:spPr>
              <a:xfrm>
                <a:off x="0" y="-38100"/>
                <a:ext cx="152400" cy="63500"/>
              </a:xfrm>
              <a:prstGeom prst="rect">
                <a:avLst/>
              </a:prstGeom>
            </p:spPr>
            <p:txBody>
              <a:bodyPr anchor="ctr" rtlCol="false" tIns="40288" lIns="40288" bIns="40288" rIns="40288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201" id="201"/>
            <p:cNvGrpSpPr/>
            <p:nvPr/>
          </p:nvGrpSpPr>
          <p:grpSpPr>
            <a:xfrm rot="0">
              <a:off x="3706502" y="4300751"/>
              <a:ext cx="120864" cy="20144"/>
              <a:chOff x="0" y="0"/>
              <a:chExt cx="152400" cy="25400"/>
            </a:xfrm>
          </p:grpSpPr>
          <p:sp>
            <p:nvSpPr>
              <p:cNvPr name="Freeform 202" id="202"/>
              <p:cNvSpPr/>
              <p:nvPr/>
            </p:nvSpPr>
            <p:spPr>
              <a:xfrm flipH="false" flipV="false" rot="0">
                <a:off x="0" y="0"/>
                <a:ext cx="152400" cy="25400"/>
              </a:xfrm>
              <a:custGeom>
                <a:avLst/>
                <a:gdLst/>
                <a:ahLst/>
                <a:cxnLst/>
                <a:rect r="r" b="b" t="t" l="l"/>
                <a:pathLst>
                  <a:path h="25400" w="152400">
                    <a:moveTo>
                      <a:pt x="0" y="0"/>
                    </a:moveTo>
                    <a:lnTo>
                      <a:pt x="152400" y="0"/>
                    </a:lnTo>
                    <a:lnTo>
                      <a:pt x="152400" y="25400"/>
                    </a:lnTo>
                    <a:lnTo>
                      <a:pt x="0" y="25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B2A2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03" id="203"/>
              <p:cNvSpPr txBox="true"/>
              <p:nvPr/>
            </p:nvSpPr>
            <p:spPr>
              <a:xfrm>
                <a:off x="0" y="-38100"/>
                <a:ext cx="152400" cy="63500"/>
              </a:xfrm>
              <a:prstGeom prst="rect">
                <a:avLst/>
              </a:prstGeom>
            </p:spPr>
            <p:txBody>
              <a:bodyPr anchor="ctr" rtlCol="false" tIns="40288" lIns="40288" bIns="40288" rIns="40288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204" id="204"/>
            <p:cNvGrpSpPr/>
            <p:nvPr/>
          </p:nvGrpSpPr>
          <p:grpSpPr>
            <a:xfrm rot="0">
              <a:off x="3656142" y="4048951"/>
              <a:ext cx="20144" cy="302161"/>
              <a:chOff x="0" y="0"/>
              <a:chExt cx="25400" cy="381000"/>
            </a:xfrm>
          </p:grpSpPr>
          <p:sp>
            <p:nvSpPr>
              <p:cNvPr name="Freeform 205" id="205"/>
              <p:cNvSpPr/>
              <p:nvPr/>
            </p:nvSpPr>
            <p:spPr>
              <a:xfrm flipH="false" flipV="false" rot="0">
                <a:off x="0" y="0"/>
                <a:ext cx="25400" cy="381000"/>
              </a:xfrm>
              <a:custGeom>
                <a:avLst/>
                <a:gdLst/>
                <a:ahLst/>
                <a:cxnLst/>
                <a:rect r="r" b="b" t="t" l="l"/>
                <a:pathLst>
                  <a:path h="381000" w="25400">
                    <a:moveTo>
                      <a:pt x="0" y="0"/>
                    </a:moveTo>
                    <a:lnTo>
                      <a:pt x="25400" y="0"/>
                    </a:lnTo>
                    <a:lnTo>
                      <a:pt x="25400" y="381000"/>
                    </a:lnTo>
                    <a:lnTo>
                      <a:pt x="0" y="3810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B2A2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06" id="206"/>
              <p:cNvSpPr txBox="true"/>
              <p:nvPr/>
            </p:nvSpPr>
            <p:spPr>
              <a:xfrm>
                <a:off x="0" y="-38100"/>
                <a:ext cx="25400" cy="419100"/>
              </a:xfrm>
              <a:prstGeom prst="rect">
                <a:avLst/>
              </a:prstGeom>
            </p:spPr>
            <p:txBody>
              <a:bodyPr anchor="ctr" rtlCol="false" tIns="40288" lIns="40288" bIns="40288" rIns="40288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207" id="207"/>
            <p:cNvGrpSpPr/>
            <p:nvPr/>
          </p:nvGrpSpPr>
          <p:grpSpPr>
            <a:xfrm rot="0">
              <a:off x="3535278" y="4189959"/>
              <a:ext cx="130936" cy="20144"/>
              <a:chOff x="0" y="0"/>
              <a:chExt cx="165100" cy="25400"/>
            </a:xfrm>
          </p:grpSpPr>
          <p:sp>
            <p:nvSpPr>
              <p:cNvPr name="Freeform 208" id="208"/>
              <p:cNvSpPr/>
              <p:nvPr/>
            </p:nvSpPr>
            <p:spPr>
              <a:xfrm flipH="false" flipV="false" rot="0">
                <a:off x="0" y="0"/>
                <a:ext cx="165100" cy="25400"/>
              </a:xfrm>
              <a:custGeom>
                <a:avLst/>
                <a:gdLst/>
                <a:ahLst/>
                <a:cxnLst/>
                <a:rect r="r" b="b" t="t" l="l"/>
                <a:pathLst>
                  <a:path h="25400" w="165100">
                    <a:moveTo>
                      <a:pt x="0" y="0"/>
                    </a:moveTo>
                    <a:lnTo>
                      <a:pt x="165100" y="0"/>
                    </a:lnTo>
                    <a:lnTo>
                      <a:pt x="165100" y="25400"/>
                    </a:lnTo>
                    <a:lnTo>
                      <a:pt x="0" y="25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B2A2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09" id="209"/>
              <p:cNvSpPr txBox="true"/>
              <p:nvPr/>
            </p:nvSpPr>
            <p:spPr>
              <a:xfrm>
                <a:off x="0" y="-38100"/>
                <a:ext cx="165100" cy="63500"/>
              </a:xfrm>
              <a:prstGeom prst="rect">
                <a:avLst/>
              </a:prstGeom>
            </p:spPr>
            <p:txBody>
              <a:bodyPr anchor="ctr" rtlCol="false" tIns="40288" lIns="40288" bIns="40288" rIns="40288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210" id="210"/>
            <p:cNvGrpSpPr/>
            <p:nvPr/>
          </p:nvGrpSpPr>
          <p:grpSpPr>
            <a:xfrm rot="0">
              <a:off x="3817295" y="4310823"/>
              <a:ext cx="20144" cy="40288"/>
              <a:chOff x="0" y="0"/>
              <a:chExt cx="25400" cy="50800"/>
            </a:xfrm>
          </p:grpSpPr>
          <p:sp>
            <p:nvSpPr>
              <p:cNvPr name="Freeform 211" id="211"/>
              <p:cNvSpPr/>
              <p:nvPr/>
            </p:nvSpPr>
            <p:spPr>
              <a:xfrm flipH="false" flipV="false" rot="0">
                <a:off x="0" y="0"/>
                <a:ext cx="25400" cy="50800"/>
              </a:xfrm>
              <a:custGeom>
                <a:avLst/>
                <a:gdLst/>
                <a:ahLst/>
                <a:cxnLst/>
                <a:rect r="r" b="b" t="t" l="l"/>
                <a:pathLst>
                  <a:path h="50800" w="25400">
                    <a:moveTo>
                      <a:pt x="0" y="0"/>
                    </a:moveTo>
                    <a:lnTo>
                      <a:pt x="25400" y="0"/>
                    </a:lnTo>
                    <a:lnTo>
                      <a:pt x="25400" y="50800"/>
                    </a:lnTo>
                    <a:lnTo>
                      <a:pt x="0" y="508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B2A2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12" id="212"/>
              <p:cNvSpPr txBox="true"/>
              <p:nvPr/>
            </p:nvSpPr>
            <p:spPr>
              <a:xfrm>
                <a:off x="0" y="-38100"/>
                <a:ext cx="25400" cy="88900"/>
              </a:xfrm>
              <a:prstGeom prst="rect">
                <a:avLst/>
              </a:prstGeom>
            </p:spPr>
            <p:txBody>
              <a:bodyPr anchor="ctr" rtlCol="false" tIns="40288" lIns="40288" bIns="40288" rIns="40288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213" id="213"/>
            <p:cNvGrpSpPr/>
            <p:nvPr/>
          </p:nvGrpSpPr>
          <p:grpSpPr>
            <a:xfrm rot="0">
              <a:off x="5227377" y="3938159"/>
              <a:ext cx="20144" cy="151080"/>
              <a:chOff x="0" y="0"/>
              <a:chExt cx="25400" cy="190500"/>
            </a:xfrm>
          </p:grpSpPr>
          <p:sp>
            <p:nvSpPr>
              <p:cNvPr name="Freeform 214" id="214"/>
              <p:cNvSpPr/>
              <p:nvPr/>
            </p:nvSpPr>
            <p:spPr>
              <a:xfrm flipH="false" flipV="false" rot="0">
                <a:off x="0" y="0"/>
                <a:ext cx="25400" cy="190500"/>
              </a:xfrm>
              <a:custGeom>
                <a:avLst/>
                <a:gdLst/>
                <a:ahLst/>
                <a:cxnLst/>
                <a:rect r="r" b="b" t="t" l="l"/>
                <a:pathLst>
                  <a:path h="190500" w="25400">
                    <a:moveTo>
                      <a:pt x="0" y="0"/>
                    </a:moveTo>
                    <a:lnTo>
                      <a:pt x="25400" y="0"/>
                    </a:lnTo>
                    <a:lnTo>
                      <a:pt x="25400" y="190500"/>
                    </a:lnTo>
                    <a:lnTo>
                      <a:pt x="0" y="1905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B2A2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15" id="215"/>
              <p:cNvSpPr txBox="true"/>
              <p:nvPr/>
            </p:nvSpPr>
            <p:spPr>
              <a:xfrm>
                <a:off x="0" y="-38100"/>
                <a:ext cx="25400" cy="228600"/>
              </a:xfrm>
              <a:prstGeom prst="rect">
                <a:avLst/>
              </a:prstGeom>
            </p:spPr>
            <p:txBody>
              <a:bodyPr anchor="ctr" rtlCol="false" tIns="40288" lIns="40288" bIns="40288" rIns="40288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216" id="216"/>
            <p:cNvGrpSpPr/>
            <p:nvPr/>
          </p:nvGrpSpPr>
          <p:grpSpPr>
            <a:xfrm rot="0">
              <a:off x="5116585" y="4079167"/>
              <a:ext cx="120864" cy="20144"/>
              <a:chOff x="0" y="0"/>
              <a:chExt cx="152400" cy="25400"/>
            </a:xfrm>
          </p:grpSpPr>
          <p:sp>
            <p:nvSpPr>
              <p:cNvPr name="Freeform 217" id="217"/>
              <p:cNvSpPr/>
              <p:nvPr/>
            </p:nvSpPr>
            <p:spPr>
              <a:xfrm flipH="false" flipV="false" rot="0">
                <a:off x="0" y="0"/>
                <a:ext cx="152400" cy="25400"/>
              </a:xfrm>
              <a:custGeom>
                <a:avLst/>
                <a:gdLst/>
                <a:ahLst/>
                <a:cxnLst/>
                <a:rect r="r" b="b" t="t" l="l"/>
                <a:pathLst>
                  <a:path h="25400" w="152400">
                    <a:moveTo>
                      <a:pt x="0" y="0"/>
                    </a:moveTo>
                    <a:lnTo>
                      <a:pt x="152400" y="0"/>
                    </a:lnTo>
                    <a:lnTo>
                      <a:pt x="152400" y="25400"/>
                    </a:lnTo>
                    <a:lnTo>
                      <a:pt x="0" y="25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B2A2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18" id="218"/>
              <p:cNvSpPr txBox="true"/>
              <p:nvPr/>
            </p:nvSpPr>
            <p:spPr>
              <a:xfrm>
                <a:off x="0" y="-38100"/>
                <a:ext cx="152400" cy="63500"/>
              </a:xfrm>
              <a:prstGeom prst="rect">
                <a:avLst/>
              </a:prstGeom>
            </p:spPr>
            <p:txBody>
              <a:bodyPr anchor="ctr" rtlCol="false" tIns="40288" lIns="40288" bIns="40288" rIns="40288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219" id="219"/>
            <p:cNvGrpSpPr/>
            <p:nvPr/>
          </p:nvGrpSpPr>
          <p:grpSpPr>
            <a:xfrm rot="0">
              <a:off x="5116585" y="4300751"/>
              <a:ext cx="120864" cy="20144"/>
              <a:chOff x="0" y="0"/>
              <a:chExt cx="152400" cy="25400"/>
            </a:xfrm>
          </p:grpSpPr>
          <p:sp>
            <p:nvSpPr>
              <p:cNvPr name="Freeform 220" id="220"/>
              <p:cNvSpPr/>
              <p:nvPr/>
            </p:nvSpPr>
            <p:spPr>
              <a:xfrm flipH="false" flipV="false" rot="0">
                <a:off x="0" y="0"/>
                <a:ext cx="152400" cy="25400"/>
              </a:xfrm>
              <a:custGeom>
                <a:avLst/>
                <a:gdLst/>
                <a:ahLst/>
                <a:cxnLst/>
                <a:rect r="r" b="b" t="t" l="l"/>
                <a:pathLst>
                  <a:path h="25400" w="152400">
                    <a:moveTo>
                      <a:pt x="0" y="0"/>
                    </a:moveTo>
                    <a:lnTo>
                      <a:pt x="152400" y="0"/>
                    </a:lnTo>
                    <a:lnTo>
                      <a:pt x="152400" y="25400"/>
                    </a:lnTo>
                    <a:lnTo>
                      <a:pt x="0" y="25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B2A2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21" id="221"/>
              <p:cNvSpPr txBox="true"/>
              <p:nvPr/>
            </p:nvSpPr>
            <p:spPr>
              <a:xfrm>
                <a:off x="0" y="-38100"/>
                <a:ext cx="152400" cy="63500"/>
              </a:xfrm>
              <a:prstGeom prst="rect">
                <a:avLst/>
              </a:prstGeom>
            </p:spPr>
            <p:txBody>
              <a:bodyPr anchor="ctr" rtlCol="false" tIns="40288" lIns="40288" bIns="40288" rIns="40288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222" id="222"/>
            <p:cNvGrpSpPr/>
            <p:nvPr/>
          </p:nvGrpSpPr>
          <p:grpSpPr>
            <a:xfrm rot="0">
              <a:off x="5066225" y="4048951"/>
              <a:ext cx="20144" cy="302161"/>
              <a:chOff x="0" y="0"/>
              <a:chExt cx="25400" cy="381000"/>
            </a:xfrm>
          </p:grpSpPr>
          <p:sp>
            <p:nvSpPr>
              <p:cNvPr name="Freeform 223" id="223"/>
              <p:cNvSpPr/>
              <p:nvPr/>
            </p:nvSpPr>
            <p:spPr>
              <a:xfrm flipH="false" flipV="false" rot="0">
                <a:off x="0" y="0"/>
                <a:ext cx="25400" cy="381000"/>
              </a:xfrm>
              <a:custGeom>
                <a:avLst/>
                <a:gdLst/>
                <a:ahLst/>
                <a:cxnLst/>
                <a:rect r="r" b="b" t="t" l="l"/>
                <a:pathLst>
                  <a:path h="381000" w="25400">
                    <a:moveTo>
                      <a:pt x="0" y="0"/>
                    </a:moveTo>
                    <a:lnTo>
                      <a:pt x="25400" y="0"/>
                    </a:lnTo>
                    <a:lnTo>
                      <a:pt x="25400" y="381000"/>
                    </a:lnTo>
                    <a:lnTo>
                      <a:pt x="0" y="3810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B2A2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24" id="224"/>
              <p:cNvSpPr txBox="true"/>
              <p:nvPr/>
            </p:nvSpPr>
            <p:spPr>
              <a:xfrm>
                <a:off x="0" y="-38100"/>
                <a:ext cx="25400" cy="419100"/>
              </a:xfrm>
              <a:prstGeom prst="rect">
                <a:avLst/>
              </a:prstGeom>
            </p:spPr>
            <p:txBody>
              <a:bodyPr anchor="ctr" rtlCol="false" tIns="40288" lIns="40288" bIns="40288" rIns="40288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225" id="225"/>
            <p:cNvGrpSpPr/>
            <p:nvPr/>
          </p:nvGrpSpPr>
          <p:grpSpPr>
            <a:xfrm rot="0">
              <a:off x="4945361" y="4189959"/>
              <a:ext cx="130936" cy="20144"/>
              <a:chOff x="0" y="0"/>
              <a:chExt cx="165100" cy="25400"/>
            </a:xfrm>
          </p:grpSpPr>
          <p:sp>
            <p:nvSpPr>
              <p:cNvPr name="Freeform 226" id="226"/>
              <p:cNvSpPr/>
              <p:nvPr/>
            </p:nvSpPr>
            <p:spPr>
              <a:xfrm flipH="false" flipV="false" rot="0">
                <a:off x="0" y="0"/>
                <a:ext cx="165100" cy="25400"/>
              </a:xfrm>
              <a:custGeom>
                <a:avLst/>
                <a:gdLst/>
                <a:ahLst/>
                <a:cxnLst/>
                <a:rect r="r" b="b" t="t" l="l"/>
                <a:pathLst>
                  <a:path h="25400" w="165100">
                    <a:moveTo>
                      <a:pt x="0" y="0"/>
                    </a:moveTo>
                    <a:lnTo>
                      <a:pt x="165100" y="0"/>
                    </a:lnTo>
                    <a:lnTo>
                      <a:pt x="165100" y="25400"/>
                    </a:lnTo>
                    <a:lnTo>
                      <a:pt x="0" y="25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B2A2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27" id="227"/>
              <p:cNvSpPr txBox="true"/>
              <p:nvPr/>
            </p:nvSpPr>
            <p:spPr>
              <a:xfrm>
                <a:off x="0" y="-38100"/>
                <a:ext cx="165100" cy="63500"/>
              </a:xfrm>
              <a:prstGeom prst="rect">
                <a:avLst/>
              </a:prstGeom>
            </p:spPr>
            <p:txBody>
              <a:bodyPr anchor="ctr" rtlCol="false" tIns="40288" lIns="40288" bIns="40288" rIns="40288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228" id="228"/>
            <p:cNvGrpSpPr/>
            <p:nvPr/>
          </p:nvGrpSpPr>
          <p:grpSpPr>
            <a:xfrm rot="0">
              <a:off x="5227377" y="4310823"/>
              <a:ext cx="20144" cy="40288"/>
              <a:chOff x="0" y="0"/>
              <a:chExt cx="25400" cy="50800"/>
            </a:xfrm>
          </p:grpSpPr>
          <p:sp>
            <p:nvSpPr>
              <p:cNvPr name="Freeform 229" id="229"/>
              <p:cNvSpPr/>
              <p:nvPr/>
            </p:nvSpPr>
            <p:spPr>
              <a:xfrm flipH="false" flipV="false" rot="0">
                <a:off x="0" y="0"/>
                <a:ext cx="25400" cy="50800"/>
              </a:xfrm>
              <a:custGeom>
                <a:avLst/>
                <a:gdLst/>
                <a:ahLst/>
                <a:cxnLst/>
                <a:rect r="r" b="b" t="t" l="l"/>
                <a:pathLst>
                  <a:path h="50800" w="25400">
                    <a:moveTo>
                      <a:pt x="0" y="0"/>
                    </a:moveTo>
                    <a:lnTo>
                      <a:pt x="25400" y="0"/>
                    </a:lnTo>
                    <a:lnTo>
                      <a:pt x="25400" y="50800"/>
                    </a:lnTo>
                    <a:lnTo>
                      <a:pt x="0" y="508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B2A2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30" id="230"/>
              <p:cNvSpPr txBox="true"/>
              <p:nvPr/>
            </p:nvSpPr>
            <p:spPr>
              <a:xfrm>
                <a:off x="0" y="-38100"/>
                <a:ext cx="25400" cy="88900"/>
              </a:xfrm>
              <a:prstGeom prst="rect">
                <a:avLst/>
              </a:prstGeom>
            </p:spPr>
            <p:txBody>
              <a:bodyPr anchor="ctr" rtlCol="false" tIns="40288" lIns="40288" bIns="40288" rIns="40288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231" id="231"/>
            <p:cNvGrpSpPr/>
            <p:nvPr/>
          </p:nvGrpSpPr>
          <p:grpSpPr>
            <a:xfrm rot="0">
              <a:off x="6848972" y="2578436"/>
              <a:ext cx="423025" cy="503601"/>
              <a:chOff x="0" y="0"/>
              <a:chExt cx="533400" cy="635000"/>
            </a:xfrm>
          </p:grpSpPr>
          <p:sp>
            <p:nvSpPr>
              <p:cNvPr name="Freeform 232" id="232"/>
              <p:cNvSpPr/>
              <p:nvPr/>
            </p:nvSpPr>
            <p:spPr>
              <a:xfrm flipH="false" flipV="false" rot="0">
                <a:off x="0" y="0"/>
                <a:ext cx="533400" cy="635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" w="533400">
                    <a:moveTo>
                      <a:pt x="0" y="0"/>
                    </a:moveTo>
                    <a:lnTo>
                      <a:pt x="533400" y="0"/>
                    </a:lnTo>
                    <a:lnTo>
                      <a:pt x="533400" y="635000"/>
                    </a:lnTo>
                    <a:lnTo>
                      <a:pt x="0" y="6350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w="14288" cap="sq">
                <a:solidFill>
                  <a:srgbClr val="1B2A20"/>
                </a:solidFill>
                <a:prstDash val="solid"/>
                <a:miter/>
              </a:ln>
            </p:spPr>
          </p:sp>
          <p:sp>
            <p:nvSpPr>
              <p:cNvPr name="TextBox 233" id="233"/>
              <p:cNvSpPr txBox="true"/>
              <p:nvPr/>
            </p:nvSpPr>
            <p:spPr>
              <a:xfrm>
                <a:off x="0" y="-38100"/>
                <a:ext cx="533400" cy="673100"/>
              </a:xfrm>
              <a:prstGeom prst="rect">
                <a:avLst/>
              </a:prstGeom>
            </p:spPr>
            <p:txBody>
              <a:bodyPr anchor="ctr" rtlCol="false" tIns="40288" lIns="40288" bIns="40288" rIns="40288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234" id="234"/>
            <p:cNvGrpSpPr/>
            <p:nvPr/>
          </p:nvGrpSpPr>
          <p:grpSpPr>
            <a:xfrm rot="0">
              <a:off x="7271997" y="2397140"/>
              <a:ext cx="402881" cy="866193"/>
              <a:chOff x="0" y="0"/>
              <a:chExt cx="508000" cy="1092200"/>
            </a:xfrm>
          </p:grpSpPr>
          <p:sp>
            <p:nvSpPr>
              <p:cNvPr name="Freeform 235" id="235"/>
              <p:cNvSpPr/>
              <p:nvPr/>
            </p:nvSpPr>
            <p:spPr>
              <a:xfrm flipH="false" flipV="false" rot="0">
                <a:off x="0" y="0"/>
                <a:ext cx="508000" cy="1092200"/>
              </a:xfrm>
              <a:custGeom>
                <a:avLst/>
                <a:gdLst/>
                <a:ahLst/>
                <a:cxnLst/>
                <a:rect r="r" b="b" t="t" l="l"/>
                <a:pathLst>
                  <a:path h="1092200" w="508000">
                    <a:moveTo>
                      <a:pt x="0" y="228600"/>
                    </a:moveTo>
                    <a:lnTo>
                      <a:pt x="508000" y="0"/>
                    </a:lnTo>
                    <a:lnTo>
                      <a:pt x="508000" y="1092200"/>
                    </a:lnTo>
                    <a:lnTo>
                      <a:pt x="0" y="863600"/>
                    </a:lnTo>
                    <a:close/>
                  </a:path>
                </a:pathLst>
              </a:custGeom>
              <a:solidFill>
                <a:srgbClr val="FFFFFF"/>
              </a:solidFill>
              <a:ln w="14288" cap="sq">
                <a:solidFill>
                  <a:srgbClr val="1B2A20"/>
                </a:solidFill>
                <a:prstDash val="solid"/>
                <a:miter/>
              </a:ln>
            </p:spPr>
          </p:sp>
          <p:sp>
            <p:nvSpPr>
              <p:cNvPr name="TextBox 236" id="236"/>
              <p:cNvSpPr txBox="true"/>
              <p:nvPr/>
            </p:nvSpPr>
            <p:spPr>
              <a:xfrm>
                <a:off x="0" y="-38100"/>
                <a:ext cx="508000" cy="1130300"/>
              </a:xfrm>
              <a:prstGeom prst="rect">
                <a:avLst/>
              </a:prstGeom>
            </p:spPr>
            <p:txBody>
              <a:bodyPr anchor="ctr" rtlCol="false" tIns="40288" lIns="40288" bIns="40288" rIns="40288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237" id="237"/>
            <p:cNvGrpSpPr/>
            <p:nvPr/>
          </p:nvGrpSpPr>
          <p:grpSpPr>
            <a:xfrm rot="0">
              <a:off x="2502896" y="931662"/>
              <a:ext cx="70504" cy="70504"/>
              <a:chOff x="0" y="0"/>
              <a:chExt cx="88900" cy="88900"/>
            </a:xfrm>
          </p:grpSpPr>
          <p:sp>
            <p:nvSpPr>
              <p:cNvPr name="Freeform 238" id="238"/>
              <p:cNvSpPr/>
              <p:nvPr/>
            </p:nvSpPr>
            <p:spPr>
              <a:xfrm flipH="false" flipV="false" rot="0">
                <a:off x="0" y="0"/>
                <a:ext cx="88900" cy="88900"/>
              </a:xfrm>
              <a:custGeom>
                <a:avLst/>
                <a:gdLst/>
                <a:ahLst/>
                <a:cxnLst/>
                <a:rect r="r" b="b" t="t" l="l"/>
                <a:pathLst>
                  <a:path h="88900" w="88900">
                    <a:moveTo>
                      <a:pt x="44450" y="0"/>
                    </a:moveTo>
                    <a:lnTo>
                      <a:pt x="44450" y="0"/>
                    </a:lnTo>
                    <a:cubicBezTo>
                      <a:pt x="68999" y="0"/>
                      <a:pt x="88900" y="19901"/>
                      <a:pt x="88900" y="44450"/>
                    </a:cubicBezTo>
                    <a:lnTo>
                      <a:pt x="88900" y="44450"/>
                    </a:lnTo>
                    <a:cubicBezTo>
                      <a:pt x="88900" y="68999"/>
                      <a:pt x="68999" y="88900"/>
                      <a:pt x="44450" y="88900"/>
                    </a:cubicBezTo>
                    <a:lnTo>
                      <a:pt x="44450" y="88900"/>
                    </a:lnTo>
                    <a:cubicBezTo>
                      <a:pt x="19901" y="88900"/>
                      <a:pt x="0" y="68999"/>
                      <a:pt x="0" y="44450"/>
                    </a:cubicBezTo>
                    <a:lnTo>
                      <a:pt x="0" y="44450"/>
                    </a:lnTo>
                    <a:cubicBezTo>
                      <a:pt x="0" y="19901"/>
                      <a:pt x="19901" y="0"/>
                      <a:pt x="44450" y="0"/>
                    </a:cubicBezTo>
                    <a:close/>
                  </a:path>
                </a:pathLst>
              </a:custGeom>
              <a:solidFill>
                <a:srgbClr val="1B2A2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39" id="239"/>
              <p:cNvSpPr txBox="true"/>
              <p:nvPr/>
            </p:nvSpPr>
            <p:spPr>
              <a:xfrm>
                <a:off x="0" y="-38100"/>
                <a:ext cx="88900" cy="127000"/>
              </a:xfrm>
              <a:prstGeom prst="rect">
                <a:avLst/>
              </a:prstGeom>
            </p:spPr>
            <p:txBody>
              <a:bodyPr anchor="ctr" rtlCol="false" tIns="40288" lIns="40288" bIns="40288" rIns="40288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240" id="240"/>
            <p:cNvGrpSpPr/>
            <p:nvPr/>
          </p:nvGrpSpPr>
          <p:grpSpPr>
            <a:xfrm rot="0">
              <a:off x="2744625" y="1253966"/>
              <a:ext cx="70504" cy="70504"/>
              <a:chOff x="0" y="0"/>
              <a:chExt cx="88900" cy="88900"/>
            </a:xfrm>
          </p:grpSpPr>
          <p:sp>
            <p:nvSpPr>
              <p:cNvPr name="Freeform 241" id="241"/>
              <p:cNvSpPr/>
              <p:nvPr/>
            </p:nvSpPr>
            <p:spPr>
              <a:xfrm flipH="false" flipV="false" rot="0">
                <a:off x="0" y="0"/>
                <a:ext cx="88900" cy="88900"/>
              </a:xfrm>
              <a:custGeom>
                <a:avLst/>
                <a:gdLst/>
                <a:ahLst/>
                <a:cxnLst/>
                <a:rect r="r" b="b" t="t" l="l"/>
                <a:pathLst>
                  <a:path h="88900" w="88900">
                    <a:moveTo>
                      <a:pt x="44450" y="0"/>
                    </a:moveTo>
                    <a:lnTo>
                      <a:pt x="44450" y="0"/>
                    </a:lnTo>
                    <a:cubicBezTo>
                      <a:pt x="68999" y="0"/>
                      <a:pt x="88900" y="19901"/>
                      <a:pt x="88900" y="44450"/>
                    </a:cubicBezTo>
                    <a:lnTo>
                      <a:pt x="88900" y="44450"/>
                    </a:lnTo>
                    <a:cubicBezTo>
                      <a:pt x="88900" y="68999"/>
                      <a:pt x="68999" y="88900"/>
                      <a:pt x="44450" y="88900"/>
                    </a:cubicBezTo>
                    <a:lnTo>
                      <a:pt x="44450" y="88900"/>
                    </a:lnTo>
                    <a:cubicBezTo>
                      <a:pt x="19901" y="88900"/>
                      <a:pt x="0" y="68999"/>
                      <a:pt x="0" y="44450"/>
                    </a:cubicBezTo>
                    <a:lnTo>
                      <a:pt x="0" y="44450"/>
                    </a:lnTo>
                    <a:cubicBezTo>
                      <a:pt x="0" y="19901"/>
                      <a:pt x="19901" y="0"/>
                      <a:pt x="44450" y="0"/>
                    </a:cubicBezTo>
                    <a:close/>
                  </a:path>
                </a:pathLst>
              </a:custGeom>
              <a:solidFill>
                <a:srgbClr val="1B2A2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42" id="242"/>
              <p:cNvSpPr txBox="true"/>
              <p:nvPr/>
            </p:nvSpPr>
            <p:spPr>
              <a:xfrm>
                <a:off x="0" y="-38100"/>
                <a:ext cx="88900" cy="127000"/>
              </a:xfrm>
              <a:prstGeom prst="rect">
                <a:avLst/>
              </a:prstGeom>
            </p:spPr>
            <p:txBody>
              <a:bodyPr anchor="ctr" rtlCol="false" tIns="40288" lIns="40288" bIns="40288" rIns="40288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43" id="243"/>
            <p:cNvSpPr txBox="true"/>
            <p:nvPr/>
          </p:nvSpPr>
          <p:spPr>
            <a:xfrm rot="0">
              <a:off x="3545350" y="162793"/>
              <a:ext cx="402881" cy="1836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082"/>
                </a:lnSpc>
              </a:pPr>
              <a:r>
                <a:rPr lang="en-US" sz="773" b="true">
                  <a:solidFill>
                    <a:srgbClr val="1B2A2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U1</a:t>
              </a:r>
            </a:p>
          </p:txBody>
        </p:sp>
        <p:sp>
          <p:nvSpPr>
            <p:cNvPr name="TextBox 244" id="244"/>
            <p:cNvSpPr txBox="true"/>
            <p:nvPr/>
          </p:nvSpPr>
          <p:spPr>
            <a:xfrm rot="0">
              <a:off x="3525206" y="454882"/>
              <a:ext cx="2014403" cy="20987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249"/>
                </a:lnSpc>
              </a:pPr>
              <a:r>
                <a:rPr lang="en-US" sz="892" b="true">
                  <a:solidFill>
                    <a:srgbClr val="1B2A2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ESP32-WROOM-32</a:t>
              </a:r>
            </a:p>
          </p:txBody>
        </p:sp>
        <p:sp>
          <p:nvSpPr>
            <p:cNvPr name="TextBox 245" id="245"/>
            <p:cNvSpPr txBox="true"/>
            <p:nvPr/>
          </p:nvSpPr>
          <p:spPr>
            <a:xfrm rot="0">
              <a:off x="3525206" y="2449141"/>
              <a:ext cx="2014403" cy="1574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915"/>
                </a:lnSpc>
              </a:pPr>
              <a:r>
                <a:rPr lang="en-US" sz="654">
                  <a:solidFill>
                    <a:srgbClr val="5D6B62"/>
                  </a:solidFill>
                  <a:latin typeface="Arimo"/>
                  <a:ea typeface="Arimo"/>
                  <a:cs typeface="Arimo"/>
                  <a:sym typeface="Arimo"/>
                </a:rPr>
                <a:t>DevKitC-V4</a:t>
              </a:r>
            </a:p>
          </p:txBody>
        </p:sp>
        <p:sp>
          <p:nvSpPr>
            <p:cNvPr name="TextBox 246" id="246"/>
            <p:cNvSpPr txBox="true"/>
            <p:nvPr/>
          </p:nvSpPr>
          <p:spPr>
            <a:xfrm rot="0">
              <a:off x="3585638" y="691461"/>
              <a:ext cx="906482" cy="8860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02"/>
                </a:lnSpc>
              </a:pPr>
              <a:r>
                <a:rPr lang="en-US" sz="773">
                  <a:solidFill>
                    <a:srgbClr val="1B2A20"/>
                  </a:solidFill>
                  <a:latin typeface="Arimo"/>
                  <a:ea typeface="Arimo"/>
                  <a:cs typeface="Arimo"/>
                  <a:sym typeface="Arimo"/>
                </a:rPr>
                <a:t>GPIO32</a:t>
              </a:r>
            </a:p>
            <a:p>
              <a:pPr algn="l">
                <a:lnSpc>
                  <a:spcPts val="1902"/>
                </a:lnSpc>
              </a:pPr>
              <a:r>
                <a:rPr lang="en-US" sz="773">
                  <a:solidFill>
                    <a:srgbClr val="1B2A20"/>
                  </a:solidFill>
                  <a:latin typeface="Arimo"/>
                  <a:ea typeface="Arimo"/>
                  <a:cs typeface="Arimo"/>
                  <a:sym typeface="Arimo"/>
                </a:rPr>
                <a:t>GPIO33</a:t>
              </a:r>
            </a:p>
            <a:p>
              <a:pPr algn="l">
                <a:lnSpc>
                  <a:spcPts val="1902"/>
                </a:lnSpc>
              </a:pPr>
              <a:r>
                <a:rPr lang="en-US" sz="773">
                  <a:solidFill>
                    <a:srgbClr val="1B2A20"/>
                  </a:solidFill>
                  <a:latin typeface="Arimo"/>
                  <a:ea typeface="Arimo"/>
                  <a:cs typeface="Arimo"/>
                  <a:sym typeface="Arimo"/>
                </a:rPr>
                <a:t>GPIO27</a:t>
              </a:r>
            </a:p>
          </p:txBody>
        </p:sp>
        <p:sp>
          <p:nvSpPr>
            <p:cNvPr name="TextBox 247" id="247"/>
            <p:cNvSpPr txBox="true"/>
            <p:nvPr/>
          </p:nvSpPr>
          <p:spPr>
            <a:xfrm rot="0">
              <a:off x="4572696" y="691461"/>
              <a:ext cx="906482" cy="8860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902"/>
                </a:lnSpc>
              </a:pPr>
              <a:r>
                <a:rPr lang="en-US" sz="773">
                  <a:solidFill>
                    <a:srgbClr val="1B2A20"/>
                  </a:solidFill>
                  <a:latin typeface="Arimo"/>
                  <a:ea typeface="Arimo"/>
                  <a:cs typeface="Arimo"/>
                  <a:sym typeface="Arimo"/>
                </a:rPr>
                <a:t>GPIO26</a:t>
              </a:r>
            </a:p>
            <a:p>
              <a:pPr algn="r">
                <a:lnSpc>
                  <a:spcPts val="1902"/>
                </a:lnSpc>
              </a:pPr>
              <a:r>
                <a:rPr lang="en-US" sz="773">
                  <a:solidFill>
                    <a:srgbClr val="1B2A20"/>
                  </a:solidFill>
                  <a:latin typeface="Arimo"/>
                  <a:ea typeface="Arimo"/>
                  <a:cs typeface="Arimo"/>
                  <a:sym typeface="Arimo"/>
                </a:rPr>
                <a:t>GPIO25</a:t>
              </a:r>
            </a:p>
            <a:p>
              <a:pPr algn="r">
                <a:lnSpc>
                  <a:spcPts val="1902"/>
                </a:lnSpc>
              </a:pPr>
              <a:r>
                <a:rPr lang="en-US" sz="773">
                  <a:solidFill>
                    <a:srgbClr val="1B2A20"/>
                  </a:solidFill>
                  <a:latin typeface="Arimo"/>
                  <a:ea typeface="Arimo"/>
                  <a:cs typeface="Arimo"/>
                  <a:sym typeface="Arimo"/>
                </a:rPr>
                <a:t>GPIO22</a:t>
              </a:r>
            </a:p>
          </p:txBody>
        </p:sp>
        <p:sp>
          <p:nvSpPr>
            <p:cNvPr name="TextBox 248" id="248"/>
            <p:cNvSpPr txBox="true"/>
            <p:nvPr/>
          </p:nvSpPr>
          <p:spPr>
            <a:xfrm rot="0">
              <a:off x="3585638" y="3677927"/>
              <a:ext cx="604321" cy="1574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915"/>
                </a:lnSpc>
              </a:pPr>
              <a:r>
                <a:rPr lang="en-US" sz="654">
                  <a:solidFill>
                    <a:srgbClr val="1B2A20"/>
                  </a:solidFill>
                  <a:latin typeface="Arimo"/>
                  <a:ea typeface="Arimo"/>
                  <a:cs typeface="Arimo"/>
                  <a:sym typeface="Arimo"/>
                </a:rPr>
                <a:t>GPIO14</a:t>
              </a:r>
            </a:p>
          </p:txBody>
        </p:sp>
        <p:sp>
          <p:nvSpPr>
            <p:cNvPr name="TextBox 249" id="249"/>
            <p:cNvSpPr txBox="true"/>
            <p:nvPr/>
          </p:nvSpPr>
          <p:spPr>
            <a:xfrm rot="0">
              <a:off x="4874856" y="3677927"/>
              <a:ext cx="604321" cy="1574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915"/>
                </a:lnSpc>
              </a:pPr>
              <a:r>
                <a:rPr lang="en-US" sz="654">
                  <a:solidFill>
                    <a:srgbClr val="1B2A20"/>
                  </a:solidFill>
                  <a:latin typeface="Arimo"/>
                  <a:ea typeface="Arimo"/>
                  <a:cs typeface="Arimo"/>
                  <a:sym typeface="Arimo"/>
                </a:rPr>
                <a:t>GPIO13</a:t>
              </a:r>
            </a:p>
          </p:txBody>
        </p:sp>
        <p:sp>
          <p:nvSpPr>
            <p:cNvPr name="TextBox 250" id="250"/>
            <p:cNvSpPr txBox="true"/>
            <p:nvPr/>
          </p:nvSpPr>
          <p:spPr>
            <a:xfrm rot="0">
              <a:off x="3988519" y="101814"/>
              <a:ext cx="302161" cy="13991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832"/>
                </a:lnSpc>
              </a:pPr>
              <a:r>
                <a:rPr lang="en-US" sz="594">
                  <a:solidFill>
                    <a:srgbClr val="1B2A20"/>
                  </a:solidFill>
                  <a:latin typeface="Arimo"/>
                  <a:ea typeface="Arimo"/>
                  <a:cs typeface="Arimo"/>
                  <a:sym typeface="Arimo"/>
                </a:rPr>
                <a:t>5V</a:t>
              </a:r>
            </a:p>
          </p:txBody>
        </p:sp>
        <p:sp>
          <p:nvSpPr>
            <p:cNvPr name="TextBox 251" id="251"/>
            <p:cNvSpPr txBox="true"/>
            <p:nvPr/>
          </p:nvSpPr>
          <p:spPr>
            <a:xfrm rot="0">
              <a:off x="4895000" y="101814"/>
              <a:ext cx="342449" cy="13991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832"/>
                </a:lnSpc>
              </a:pPr>
              <a:r>
                <a:rPr lang="en-US" sz="594">
                  <a:solidFill>
                    <a:srgbClr val="1B2A20"/>
                  </a:solidFill>
                  <a:latin typeface="Arimo"/>
                  <a:ea typeface="Arimo"/>
                  <a:cs typeface="Arimo"/>
                  <a:sym typeface="Arimo"/>
                </a:rPr>
                <a:t>3V3</a:t>
              </a:r>
            </a:p>
          </p:txBody>
        </p:sp>
        <p:sp>
          <p:nvSpPr>
            <p:cNvPr name="TextBox 252" id="252"/>
            <p:cNvSpPr txBox="true"/>
            <p:nvPr/>
          </p:nvSpPr>
          <p:spPr>
            <a:xfrm rot="0">
              <a:off x="322305" y="162793"/>
              <a:ext cx="402881" cy="1836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082"/>
                </a:lnSpc>
              </a:pPr>
              <a:r>
                <a:rPr lang="en-US" sz="773" b="true">
                  <a:solidFill>
                    <a:srgbClr val="1B2A2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U2</a:t>
              </a:r>
            </a:p>
          </p:txBody>
        </p:sp>
        <p:sp>
          <p:nvSpPr>
            <p:cNvPr name="TextBox 253" id="253"/>
            <p:cNvSpPr txBox="true"/>
            <p:nvPr/>
          </p:nvSpPr>
          <p:spPr>
            <a:xfrm rot="0">
              <a:off x="302161" y="454882"/>
              <a:ext cx="1611523" cy="20987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249"/>
                </a:lnSpc>
              </a:pPr>
              <a:r>
                <a:rPr lang="en-US" sz="892" b="true">
                  <a:solidFill>
                    <a:srgbClr val="1B2A2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Si4703</a:t>
              </a:r>
            </a:p>
          </p:txBody>
        </p:sp>
        <p:sp>
          <p:nvSpPr>
            <p:cNvPr name="TextBox 254" id="254"/>
            <p:cNvSpPr txBox="true"/>
            <p:nvPr/>
          </p:nvSpPr>
          <p:spPr>
            <a:xfrm rot="0">
              <a:off x="362593" y="947864"/>
              <a:ext cx="705041" cy="13991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832"/>
                </a:lnSpc>
              </a:pPr>
              <a:r>
                <a:rPr lang="en-US" sz="594">
                  <a:solidFill>
                    <a:srgbClr val="5D6B62"/>
                  </a:solidFill>
                  <a:latin typeface="Arimo"/>
                  <a:ea typeface="Arimo"/>
                  <a:cs typeface="Arimo"/>
                  <a:sym typeface="Arimo"/>
                </a:rPr>
                <a:t>FM RX</a:t>
              </a:r>
            </a:p>
          </p:txBody>
        </p:sp>
        <p:sp>
          <p:nvSpPr>
            <p:cNvPr name="TextBox 255" id="255"/>
            <p:cNvSpPr txBox="true"/>
            <p:nvPr/>
          </p:nvSpPr>
          <p:spPr>
            <a:xfrm rot="0">
              <a:off x="1158282" y="439661"/>
              <a:ext cx="705041" cy="8860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902"/>
                </a:lnSpc>
              </a:pPr>
              <a:r>
                <a:rPr lang="en-US" sz="773">
                  <a:solidFill>
                    <a:srgbClr val="1B2A20"/>
                  </a:solidFill>
                  <a:latin typeface="Arimo"/>
                  <a:ea typeface="Arimo"/>
                  <a:cs typeface="Arimo"/>
                  <a:sym typeface="Arimo"/>
                </a:rPr>
                <a:t>SDIO</a:t>
              </a:r>
            </a:p>
            <a:p>
              <a:pPr algn="r">
                <a:lnSpc>
                  <a:spcPts val="1902"/>
                </a:lnSpc>
              </a:pPr>
              <a:r>
                <a:rPr lang="en-US" sz="773">
                  <a:solidFill>
                    <a:srgbClr val="1B2A20"/>
                  </a:solidFill>
                  <a:latin typeface="Arimo"/>
                  <a:ea typeface="Arimo"/>
                  <a:cs typeface="Arimo"/>
                  <a:sym typeface="Arimo"/>
                </a:rPr>
                <a:t>SCLK</a:t>
              </a:r>
            </a:p>
            <a:p>
              <a:pPr algn="r">
                <a:lnSpc>
                  <a:spcPts val="1902"/>
                </a:lnSpc>
              </a:pPr>
              <a:r>
                <a:rPr lang="en-US" sz="773">
                  <a:solidFill>
                    <a:srgbClr val="1B2A20"/>
                  </a:solidFill>
                  <a:latin typeface="Arimo"/>
                  <a:ea typeface="Arimo"/>
                  <a:cs typeface="Arimo"/>
                  <a:sym typeface="Arimo"/>
                </a:rPr>
                <a:t>RST</a:t>
              </a:r>
            </a:p>
          </p:txBody>
        </p:sp>
        <p:sp>
          <p:nvSpPr>
            <p:cNvPr name="TextBox 256" id="256"/>
            <p:cNvSpPr txBox="true"/>
            <p:nvPr/>
          </p:nvSpPr>
          <p:spPr>
            <a:xfrm rot="0">
              <a:off x="342449" y="1270168"/>
              <a:ext cx="402881" cy="13991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832"/>
                </a:lnSpc>
              </a:pPr>
              <a:r>
                <a:rPr lang="en-US" sz="594">
                  <a:solidFill>
                    <a:srgbClr val="1B2A20"/>
                  </a:solidFill>
                  <a:latin typeface="Arimo"/>
                  <a:ea typeface="Arimo"/>
                  <a:cs typeface="Arimo"/>
                  <a:sym typeface="Arimo"/>
                </a:rPr>
                <a:t>LOUT</a:t>
              </a:r>
            </a:p>
          </p:txBody>
        </p:sp>
        <p:sp>
          <p:nvSpPr>
            <p:cNvPr name="TextBox 257" id="257"/>
            <p:cNvSpPr txBox="true"/>
            <p:nvPr/>
          </p:nvSpPr>
          <p:spPr>
            <a:xfrm rot="0">
              <a:off x="785617" y="1270168"/>
              <a:ext cx="402881" cy="13991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832"/>
                </a:lnSpc>
              </a:pPr>
              <a:r>
                <a:rPr lang="en-US" sz="594">
                  <a:solidFill>
                    <a:srgbClr val="1B2A20"/>
                  </a:solidFill>
                  <a:latin typeface="Arimo"/>
                  <a:ea typeface="Arimo"/>
                  <a:cs typeface="Arimo"/>
                  <a:sym typeface="Arimo"/>
                </a:rPr>
                <a:t>ROUT</a:t>
              </a:r>
            </a:p>
          </p:txBody>
        </p:sp>
        <p:sp>
          <p:nvSpPr>
            <p:cNvPr name="TextBox 258" id="258"/>
            <p:cNvSpPr txBox="true"/>
            <p:nvPr/>
          </p:nvSpPr>
          <p:spPr>
            <a:xfrm rot="0">
              <a:off x="765473" y="101814"/>
              <a:ext cx="342449" cy="13991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832"/>
                </a:lnSpc>
              </a:pPr>
              <a:r>
                <a:rPr lang="en-US" sz="594">
                  <a:solidFill>
                    <a:srgbClr val="1B2A20"/>
                  </a:solidFill>
                  <a:latin typeface="Arimo"/>
                  <a:ea typeface="Arimo"/>
                  <a:cs typeface="Arimo"/>
                  <a:sym typeface="Arimo"/>
                </a:rPr>
                <a:t>3V3</a:t>
              </a:r>
            </a:p>
          </p:txBody>
        </p:sp>
        <p:sp>
          <p:nvSpPr>
            <p:cNvPr name="TextBox 259" id="259"/>
            <p:cNvSpPr txBox="true"/>
            <p:nvPr/>
          </p:nvSpPr>
          <p:spPr>
            <a:xfrm rot="0">
              <a:off x="523745" y="3083678"/>
              <a:ext cx="402881" cy="1836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082"/>
                </a:lnSpc>
              </a:pPr>
              <a:r>
                <a:rPr lang="en-US" sz="773" b="true">
                  <a:solidFill>
                    <a:srgbClr val="1B2A2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U3</a:t>
              </a:r>
            </a:p>
          </p:txBody>
        </p:sp>
        <p:sp>
          <p:nvSpPr>
            <p:cNvPr name="TextBox 260" id="260"/>
            <p:cNvSpPr txBox="true"/>
            <p:nvPr/>
          </p:nvSpPr>
          <p:spPr>
            <a:xfrm rot="0">
              <a:off x="503601" y="3355623"/>
              <a:ext cx="1410082" cy="20987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249"/>
                </a:lnSpc>
              </a:pPr>
              <a:r>
                <a:rPr lang="en-US" sz="892" b="true">
                  <a:solidFill>
                    <a:srgbClr val="1B2A2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SSD1306</a:t>
              </a:r>
            </a:p>
          </p:txBody>
        </p:sp>
        <p:sp>
          <p:nvSpPr>
            <p:cNvPr name="TextBox 261" id="261"/>
            <p:cNvSpPr txBox="true"/>
            <p:nvPr/>
          </p:nvSpPr>
          <p:spPr>
            <a:xfrm rot="0">
              <a:off x="503601" y="4130621"/>
              <a:ext cx="1410082" cy="13991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32"/>
                </a:lnSpc>
              </a:pPr>
              <a:r>
                <a:rPr lang="en-US" sz="594">
                  <a:solidFill>
                    <a:srgbClr val="5D6B62"/>
                  </a:solidFill>
                  <a:latin typeface="Arimo"/>
                  <a:ea typeface="Arimo"/>
                  <a:cs typeface="Arimo"/>
                  <a:sym typeface="Arimo"/>
                </a:rPr>
                <a:t>OLED 128×64 · 0x3C</a:t>
              </a:r>
            </a:p>
          </p:txBody>
        </p:sp>
        <p:sp>
          <p:nvSpPr>
            <p:cNvPr name="TextBox 262" id="262"/>
            <p:cNvSpPr txBox="true"/>
            <p:nvPr/>
          </p:nvSpPr>
          <p:spPr>
            <a:xfrm rot="0">
              <a:off x="1228786" y="3360546"/>
              <a:ext cx="624465" cy="5737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902"/>
                </a:lnSpc>
              </a:pPr>
              <a:r>
                <a:rPr lang="en-US" sz="773">
                  <a:solidFill>
                    <a:srgbClr val="1B2A20"/>
                  </a:solidFill>
                  <a:latin typeface="Arimo"/>
                  <a:ea typeface="Arimo"/>
                  <a:cs typeface="Arimo"/>
                  <a:sym typeface="Arimo"/>
                </a:rPr>
                <a:t>SDA</a:t>
              </a:r>
            </a:p>
            <a:p>
              <a:pPr algn="r">
                <a:lnSpc>
                  <a:spcPts val="1902"/>
                </a:lnSpc>
              </a:pPr>
              <a:r>
                <a:rPr lang="en-US" sz="773">
                  <a:solidFill>
                    <a:srgbClr val="1B2A20"/>
                  </a:solidFill>
                  <a:latin typeface="Arimo"/>
                  <a:ea typeface="Arimo"/>
                  <a:cs typeface="Arimo"/>
                  <a:sym typeface="Arimo"/>
                </a:rPr>
                <a:t>SCL</a:t>
              </a:r>
            </a:p>
          </p:txBody>
        </p:sp>
        <p:sp>
          <p:nvSpPr>
            <p:cNvPr name="TextBox 263" id="263"/>
            <p:cNvSpPr txBox="true"/>
            <p:nvPr/>
          </p:nvSpPr>
          <p:spPr>
            <a:xfrm rot="0">
              <a:off x="866193" y="3073059"/>
              <a:ext cx="342449" cy="13991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832"/>
                </a:lnSpc>
              </a:pPr>
              <a:r>
                <a:rPr lang="en-US" sz="594">
                  <a:solidFill>
                    <a:srgbClr val="1B2A20"/>
                  </a:solidFill>
                  <a:latin typeface="Arimo"/>
                  <a:ea typeface="Arimo"/>
                  <a:cs typeface="Arimo"/>
                  <a:sym typeface="Arimo"/>
                </a:rPr>
                <a:t>3V3</a:t>
              </a:r>
            </a:p>
          </p:txBody>
        </p:sp>
        <p:sp>
          <p:nvSpPr>
            <p:cNvPr name="TextBox 264" id="264"/>
            <p:cNvSpPr txBox="true"/>
            <p:nvPr/>
          </p:nvSpPr>
          <p:spPr>
            <a:xfrm rot="0">
              <a:off x="6768396" y="162793"/>
              <a:ext cx="402881" cy="1836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082"/>
                </a:lnSpc>
              </a:pPr>
              <a:r>
                <a:rPr lang="en-US" sz="773" b="true">
                  <a:solidFill>
                    <a:srgbClr val="1B2A2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U4</a:t>
              </a:r>
            </a:p>
          </p:txBody>
        </p:sp>
        <p:sp>
          <p:nvSpPr>
            <p:cNvPr name="TextBox 265" id="265"/>
            <p:cNvSpPr txBox="true"/>
            <p:nvPr/>
          </p:nvSpPr>
          <p:spPr>
            <a:xfrm rot="0">
              <a:off x="6748252" y="454882"/>
              <a:ext cx="1611523" cy="20987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249"/>
                </a:lnSpc>
              </a:pPr>
              <a:r>
                <a:rPr lang="en-US" sz="892" b="true">
                  <a:solidFill>
                    <a:srgbClr val="1B2A2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MAX98357A</a:t>
              </a:r>
            </a:p>
          </p:txBody>
        </p:sp>
        <p:sp>
          <p:nvSpPr>
            <p:cNvPr name="TextBox 266" id="266"/>
            <p:cNvSpPr txBox="true"/>
            <p:nvPr/>
          </p:nvSpPr>
          <p:spPr>
            <a:xfrm rot="0">
              <a:off x="7513725" y="1229880"/>
              <a:ext cx="805761" cy="13991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832"/>
                </a:lnSpc>
              </a:pPr>
              <a:r>
                <a:rPr lang="en-US" sz="594">
                  <a:solidFill>
                    <a:srgbClr val="5D6B62"/>
                  </a:solidFill>
                  <a:latin typeface="Arimo"/>
                  <a:ea typeface="Arimo"/>
                  <a:cs typeface="Arimo"/>
                  <a:sym typeface="Arimo"/>
                </a:rPr>
                <a:t>I2S DAC + AMP</a:t>
              </a:r>
            </a:p>
          </p:txBody>
        </p:sp>
        <p:sp>
          <p:nvSpPr>
            <p:cNvPr name="TextBox 267" id="267"/>
            <p:cNvSpPr txBox="true"/>
            <p:nvPr/>
          </p:nvSpPr>
          <p:spPr>
            <a:xfrm rot="0">
              <a:off x="6808684" y="691461"/>
              <a:ext cx="705041" cy="8860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02"/>
                </a:lnSpc>
              </a:pPr>
              <a:r>
                <a:rPr lang="en-US" sz="773">
                  <a:solidFill>
                    <a:srgbClr val="1B2A20"/>
                  </a:solidFill>
                  <a:latin typeface="Arimo"/>
                  <a:ea typeface="Arimo"/>
                  <a:cs typeface="Arimo"/>
                  <a:sym typeface="Arimo"/>
                </a:rPr>
                <a:t>BCLK</a:t>
              </a:r>
            </a:p>
            <a:p>
              <a:pPr algn="l">
                <a:lnSpc>
                  <a:spcPts val="1902"/>
                </a:lnSpc>
              </a:pPr>
              <a:r>
                <a:rPr lang="en-US" sz="773">
                  <a:solidFill>
                    <a:srgbClr val="1B2A20"/>
                  </a:solidFill>
                  <a:latin typeface="Arimo"/>
                  <a:ea typeface="Arimo"/>
                  <a:cs typeface="Arimo"/>
                  <a:sym typeface="Arimo"/>
                </a:rPr>
                <a:t>LRC</a:t>
              </a:r>
            </a:p>
            <a:p>
              <a:pPr algn="l">
                <a:lnSpc>
                  <a:spcPts val="1902"/>
                </a:lnSpc>
              </a:pPr>
              <a:r>
                <a:rPr lang="en-US" sz="773">
                  <a:solidFill>
                    <a:srgbClr val="1B2A20"/>
                  </a:solidFill>
                  <a:latin typeface="Arimo"/>
                  <a:ea typeface="Arimo"/>
                  <a:cs typeface="Arimo"/>
                  <a:sym typeface="Arimo"/>
                </a:rPr>
                <a:t>DIN</a:t>
              </a:r>
            </a:p>
          </p:txBody>
        </p:sp>
        <p:sp>
          <p:nvSpPr>
            <p:cNvPr name="TextBox 268" id="268"/>
            <p:cNvSpPr txBox="true"/>
            <p:nvPr/>
          </p:nvSpPr>
          <p:spPr>
            <a:xfrm rot="0">
              <a:off x="6496451" y="1753625"/>
              <a:ext cx="463313" cy="13991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832"/>
                </a:lnSpc>
              </a:pPr>
              <a:r>
                <a:rPr lang="en-US" sz="594">
                  <a:solidFill>
                    <a:srgbClr val="1B2A20"/>
                  </a:solidFill>
                  <a:latin typeface="Arimo"/>
                  <a:ea typeface="Arimo"/>
                  <a:cs typeface="Arimo"/>
                  <a:sym typeface="Arimo"/>
                </a:rPr>
                <a:t>SPK+</a:t>
              </a:r>
            </a:p>
          </p:txBody>
        </p:sp>
        <p:sp>
          <p:nvSpPr>
            <p:cNvPr name="TextBox 269" id="269"/>
            <p:cNvSpPr txBox="true"/>
            <p:nvPr/>
          </p:nvSpPr>
          <p:spPr>
            <a:xfrm rot="0">
              <a:off x="7171276" y="1753625"/>
              <a:ext cx="463313" cy="13991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832"/>
                </a:lnSpc>
              </a:pPr>
              <a:r>
                <a:rPr lang="en-US" sz="594">
                  <a:solidFill>
                    <a:srgbClr val="1B2A20"/>
                  </a:solidFill>
                  <a:latin typeface="Arimo"/>
                  <a:ea typeface="Arimo"/>
                  <a:cs typeface="Arimo"/>
                  <a:sym typeface="Arimo"/>
                </a:rPr>
                <a:t>SPK−</a:t>
              </a:r>
            </a:p>
          </p:txBody>
        </p:sp>
        <p:sp>
          <p:nvSpPr>
            <p:cNvPr name="TextBox 270" id="270"/>
            <p:cNvSpPr txBox="true"/>
            <p:nvPr/>
          </p:nvSpPr>
          <p:spPr>
            <a:xfrm rot="0">
              <a:off x="7211564" y="101814"/>
              <a:ext cx="302161" cy="13991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832"/>
                </a:lnSpc>
              </a:pPr>
              <a:r>
                <a:rPr lang="en-US" sz="594">
                  <a:solidFill>
                    <a:srgbClr val="1B2A20"/>
                  </a:solidFill>
                  <a:latin typeface="Arimo"/>
                  <a:ea typeface="Arimo"/>
                  <a:cs typeface="Arimo"/>
                  <a:sym typeface="Arimo"/>
                </a:rPr>
                <a:t>5V</a:t>
              </a:r>
            </a:p>
          </p:txBody>
        </p:sp>
        <p:sp>
          <p:nvSpPr>
            <p:cNvPr name="TextBox 271" id="271"/>
            <p:cNvSpPr txBox="true"/>
            <p:nvPr/>
          </p:nvSpPr>
          <p:spPr>
            <a:xfrm rot="0">
              <a:off x="6848972" y="3154182"/>
              <a:ext cx="402881" cy="1836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082"/>
                </a:lnSpc>
              </a:pPr>
              <a:r>
                <a:rPr lang="en-US" sz="773" b="true">
                  <a:solidFill>
                    <a:srgbClr val="1B2A2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LS1</a:t>
              </a:r>
            </a:p>
          </p:txBody>
        </p:sp>
        <p:sp>
          <p:nvSpPr>
            <p:cNvPr name="TextBox 272" id="272"/>
            <p:cNvSpPr txBox="true"/>
            <p:nvPr/>
          </p:nvSpPr>
          <p:spPr>
            <a:xfrm rot="0">
              <a:off x="6848972" y="3345004"/>
              <a:ext cx="906482" cy="13991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832"/>
                </a:lnSpc>
              </a:pPr>
              <a:r>
                <a:rPr lang="en-US" sz="594">
                  <a:solidFill>
                    <a:srgbClr val="5D6B62"/>
                  </a:solidFill>
                  <a:latin typeface="Arimo"/>
                  <a:ea typeface="Arimo"/>
                  <a:cs typeface="Arimo"/>
                  <a:sym typeface="Arimo"/>
                </a:rPr>
                <a:t>3W · 4Ω</a:t>
              </a:r>
            </a:p>
          </p:txBody>
        </p:sp>
        <p:sp>
          <p:nvSpPr>
            <p:cNvPr name="TextBox 273" id="273"/>
            <p:cNvSpPr txBox="true"/>
            <p:nvPr/>
          </p:nvSpPr>
          <p:spPr>
            <a:xfrm rot="0">
              <a:off x="2920885" y="766567"/>
              <a:ext cx="463313" cy="13991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832"/>
                </a:lnSpc>
              </a:pPr>
              <a:r>
                <a:rPr lang="en-US" sz="594" b="true">
                  <a:solidFill>
                    <a:srgbClr val="8A6516"/>
                  </a:solidFill>
                  <a:latin typeface="Arimo Bold"/>
                  <a:ea typeface="Arimo Bold"/>
                  <a:cs typeface="Arimo Bold"/>
                  <a:sym typeface="Arimo Bold"/>
                </a:rPr>
                <a:t>SDA</a:t>
              </a:r>
            </a:p>
          </p:txBody>
        </p:sp>
        <p:sp>
          <p:nvSpPr>
            <p:cNvPr name="TextBox 274" id="274"/>
            <p:cNvSpPr txBox="true"/>
            <p:nvPr/>
          </p:nvSpPr>
          <p:spPr>
            <a:xfrm rot="0">
              <a:off x="3021605" y="1088872"/>
              <a:ext cx="463313" cy="13991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832"/>
                </a:lnSpc>
              </a:pPr>
              <a:r>
                <a:rPr lang="en-US" sz="594" b="true">
                  <a:solidFill>
                    <a:srgbClr val="8A6516"/>
                  </a:solidFill>
                  <a:latin typeface="Arimo Bold"/>
                  <a:ea typeface="Arimo Bold"/>
                  <a:cs typeface="Arimo Bold"/>
                  <a:sym typeface="Arimo Bold"/>
                </a:rPr>
                <a:t>SCL</a:t>
              </a:r>
            </a:p>
          </p:txBody>
        </p:sp>
        <p:sp>
          <p:nvSpPr>
            <p:cNvPr name="TextBox 275" id="275"/>
            <p:cNvSpPr txBox="true"/>
            <p:nvPr/>
          </p:nvSpPr>
          <p:spPr>
            <a:xfrm rot="0">
              <a:off x="2376996" y="1411176"/>
              <a:ext cx="463313" cy="13991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832"/>
                </a:lnSpc>
              </a:pPr>
              <a:r>
                <a:rPr lang="en-US" sz="594" b="true">
                  <a:solidFill>
                    <a:srgbClr val="8A6516"/>
                  </a:solidFill>
                  <a:latin typeface="Arimo Bold"/>
                  <a:ea typeface="Arimo Bold"/>
                  <a:cs typeface="Arimo Bold"/>
                  <a:sym typeface="Arimo Bold"/>
                </a:rPr>
                <a:t>RST</a:t>
              </a:r>
            </a:p>
          </p:txBody>
        </p:sp>
        <p:sp>
          <p:nvSpPr>
            <p:cNvPr name="TextBox 276" id="276"/>
            <p:cNvSpPr txBox="true"/>
            <p:nvPr/>
          </p:nvSpPr>
          <p:spPr>
            <a:xfrm rot="0">
              <a:off x="5942490" y="766567"/>
              <a:ext cx="503601" cy="13991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832"/>
                </a:lnSpc>
              </a:pPr>
              <a:r>
                <a:rPr lang="en-US" sz="594" b="true">
                  <a:solidFill>
                    <a:srgbClr val="8A6516"/>
                  </a:solidFill>
                  <a:latin typeface="Arimo Bold"/>
                  <a:ea typeface="Arimo Bold"/>
                  <a:cs typeface="Arimo Bold"/>
                  <a:sym typeface="Arimo Bold"/>
                </a:rPr>
                <a:t>BCLK</a:t>
              </a:r>
            </a:p>
          </p:txBody>
        </p:sp>
        <p:sp>
          <p:nvSpPr>
            <p:cNvPr name="TextBox 277" id="277"/>
            <p:cNvSpPr txBox="true"/>
            <p:nvPr/>
          </p:nvSpPr>
          <p:spPr>
            <a:xfrm rot="0">
              <a:off x="5942490" y="1088872"/>
              <a:ext cx="503601" cy="13991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832"/>
                </a:lnSpc>
              </a:pPr>
              <a:r>
                <a:rPr lang="en-US" sz="594" b="true">
                  <a:solidFill>
                    <a:srgbClr val="8A6516"/>
                  </a:solidFill>
                  <a:latin typeface="Arimo Bold"/>
                  <a:ea typeface="Arimo Bold"/>
                  <a:cs typeface="Arimo Bold"/>
                  <a:sym typeface="Arimo Bold"/>
                </a:rPr>
                <a:t>LRCK</a:t>
              </a:r>
            </a:p>
          </p:txBody>
        </p:sp>
        <p:sp>
          <p:nvSpPr>
            <p:cNvPr name="TextBox 278" id="278"/>
            <p:cNvSpPr txBox="true"/>
            <p:nvPr/>
          </p:nvSpPr>
          <p:spPr>
            <a:xfrm rot="0">
              <a:off x="5942490" y="1411176"/>
              <a:ext cx="503601" cy="13991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832"/>
                </a:lnSpc>
              </a:pPr>
              <a:r>
                <a:rPr lang="en-US" sz="594" b="true">
                  <a:solidFill>
                    <a:srgbClr val="8A6516"/>
                  </a:solidFill>
                  <a:latin typeface="Arimo Bold"/>
                  <a:ea typeface="Arimo Bold"/>
                  <a:cs typeface="Arimo Bold"/>
                  <a:sym typeface="Arimo Bold"/>
                </a:rPr>
                <a:t>DIN</a:t>
              </a:r>
            </a:p>
          </p:txBody>
        </p:sp>
        <p:sp>
          <p:nvSpPr>
            <p:cNvPr name="TextBox 279" id="279"/>
            <p:cNvSpPr txBox="true"/>
            <p:nvPr/>
          </p:nvSpPr>
          <p:spPr>
            <a:xfrm rot="0">
              <a:off x="3988519" y="3969469"/>
              <a:ext cx="402881" cy="1560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999"/>
                </a:lnSpc>
              </a:pPr>
              <a:r>
                <a:rPr lang="en-US" sz="713" b="true">
                  <a:solidFill>
                    <a:srgbClr val="1B2A2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SW1</a:t>
              </a:r>
            </a:p>
          </p:txBody>
        </p:sp>
        <p:sp>
          <p:nvSpPr>
            <p:cNvPr name="TextBox 280" id="280"/>
            <p:cNvSpPr txBox="true"/>
            <p:nvPr/>
          </p:nvSpPr>
          <p:spPr>
            <a:xfrm rot="0">
              <a:off x="5398601" y="3969469"/>
              <a:ext cx="402881" cy="1560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999"/>
                </a:lnSpc>
              </a:pPr>
              <a:r>
                <a:rPr lang="en-US" sz="713" b="true">
                  <a:solidFill>
                    <a:srgbClr val="1B2A2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SW2</a:t>
              </a:r>
            </a:p>
          </p:txBody>
        </p:sp>
        <p:sp>
          <p:nvSpPr>
            <p:cNvPr name="TextBox 281" id="281"/>
            <p:cNvSpPr txBox="true"/>
            <p:nvPr/>
          </p:nvSpPr>
          <p:spPr>
            <a:xfrm rot="0">
              <a:off x="0" y="4825590"/>
              <a:ext cx="805761" cy="13991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832"/>
                </a:lnSpc>
              </a:pPr>
              <a:r>
                <a:rPr lang="en-US" sz="594" b="true">
                  <a:solidFill>
                    <a:srgbClr val="1B2A2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NOTES</a:t>
              </a:r>
            </a:p>
          </p:txBody>
        </p:sp>
        <p:sp>
          <p:nvSpPr>
            <p:cNvPr name="TextBox 282" id="282"/>
            <p:cNvSpPr txBox="true"/>
            <p:nvPr/>
          </p:nvSpPr>
          <p:spPr>
            <a:xfrm rot="0">
              <a:off x="0" y="4987290"/>
              <a:ext cx="3575566" cy="7824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829"/>
                </a:lnSpc>
              </a:pPr>
              <a:r>
                <a:rPr lang="en-US" sz="535">
                  <a:solidFill>
                    <a:srgbClr val="5D6B62"/>
                  </a:solidFill>
                  <a:latin typeface="Arimo"/>
                  <a:ea typeface="Arimo"/>
                  <a:cs typeface="Arimo"/>
                  <a:sym typeface="Arimo"/>
                </a:rPr>
                <a:t>1. SW1, SW2 — ESP32 internal pull-ups (INPUT_PULLUP). No external R.</a:t>
              </a:r>
            </a:p>
            <a:p>
              <a:pPr algn="l">
                <a:lnSpc>
                  <a:spcPts val="829"/>
                </a:lnSpc>
              </a:pPr>
              <a:r>
                <a:rPr lang="en-US" sz="535">
                  <a:solidFill>
                    <a:srgbClr val="5D6B62"/>
                  </a:solidFill>
                  <a:latin typeface="Arimo"/>
                  <a:ea typeface="Arimo"/>
                  <a:cs typeface="Arimo"/>
                  <a:sym typeface="Arimo"/>
                </a:rPr>
                <a:t>2. No external I2C pull-ups fitted; they are on the U2 / U3 modules.</a:t>
              </a:r>
            </a:p>
            <a:p>
              <a:pPr algn="l">
                <a:lnSpc>
                  <a:spcPts val="829"/>
                </a:lnSpc>
              </a:pPr>
              <a:r>
                <a:rPr lang="en-US" sz="535">
                  <a:solidFill>
                    <a:srgbClr val="5D6B62"/>
                  </a:solidFill>
                  <a:latin typeface="Arimo"/>
                  <a:ea typeface="Arimo"/>
                  <a:cs typeface="Arimo"/>
                  <a:sym typeface="Arimo"/>
                </a:rPr>
                <a:t>3. GPIO12 avoided (MTDI strapping pin). GPIO6-11 reserved for flash.</a:t>
              </a:r>
            </a:p>
            <a:p>
              <a:pPr algn="l">
                <a:lnSpc>
                  <a:spcPts val="829"/>
                </a:lnSpc>
              </a:pPr>
              <a:r>
                <a:rPr lang="en-US" sz="535">
                  <a:solidFill>
                    <a:srgbClr val="5D6B62"/>
                  </a:solidFill>
                  <a:latin typeface="Arimo"/>
                  <a:ea typeface="Arimo"/>
                  <a:cs typeface="Arimo"/>
                  <a:sym typeface="Arimo"/>
                </a:rPr>
                <a:t>4. RADIO mode: I2S driver stopped, BCLK / LRC / DIN held LOW so U4 is silent — radio audio comes from U2 analogue out to J1, never through U1.</a:t>
              </a:r>
            </a:p>
            <a:p>
              <a:pPr algn="l">
                <a:lnSpc>
                  <a:spcPts val="829"/>
                </a:lnSpc>
              </a:pPr>
              <a:r>
                <a:rPr lang="en-US" sz="535">
                  <a:solidFill>
                    <a:srgbClr val="5D6B62"/>
                  </a:solidFill>
                  <a:latin typeface="Arimo"/>
                  <a:ea typeface="Arimo"/>
                  <a:cs typeface="Arimo"/>
                  <a:sym typeface="Arimo"/>
                </a:rPr>
                <a:t>5. J1 also serves as the FM antenna.</a:t>
              </a:r>
            </a:p>
          </p:txBody>
        </p:sp>
        <p:sp>
          <p:nvSpPr>
            <p:cNvPr name="TextBox 283" id="283"/>
            <p:cNvSpPr txBox="true"/>
            <p:nvPr/>
          </p:nvSpPr>
          <p:spPr>
            <a:xfrm rot="0">
              <a:off x="6123787" y="5208874"/>
              <a:ext cx="3283478" cy="1917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rtl="true">
                <a:lnSpc>
                  <a:spcPts val="1165"/>
                </a:lnSpc>
              </a:pPr>
              <a:r>
                <a:rPr lang="ar-EG" b="true" sz="832">
                  <a:solidFill>
                    <a:srgbClr val="1B2A20"/>
                  </a:solidFill>
                  <a:latin typeface="Arimo Bold"/>
                  <a:ea typeface="Arimo Bold"/>
                  <a:cs typeface="Arimo Bold"/>
                  <a:sym typeface="Arimo Bold"/>
                  <a:rtl val="true"/>
                </a:rPr>
                <a:t>مُعين — اللوحة الرئيسية للجهاز</a:t>
              </a:r>
            </a:p>
          </p:txBody>
        </p:sp>
        <p:sp>
          <p:nvSpPr>
            <p:cNvPr name="TextBox 284" id="284"/>
            <p:cNvSpPr txBox="true"/>
            <p:nvPr/>
          </p:nvSpPr>
          <p:spPr>
            <a:xfrm rot="0">
              <a:off x="6123787" y="5540704"/>
              <a:ext cx="1712243" cy="13991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832"/>
                </a:lnSpc>
              </a:pPr>
              <a:r>
                <a:rPr lang="en-US" sz="594">
                  <a:solidFill>
                    <a:srgbClr val="5D6B62"/>
                  </a:solidFill>
                  <a:latin typeface="Arimo"/>
                  <a:ea typeface="Arimo"/>
                  <a:cs typeface="Arimo"/>
                  <a:sym typeface="Arimo"/>
                </a:rPr>
                <a:t>REV A · 2026-09-02</a:t>
              </a:r>
            </a:p>
          </p:txBody>
        </p:sp>
        <p:sp>
          <p:nvSpPr>
            <p:cNvPr name="TextBox 285" id="285"/>
            <p:cNvSpPr txBox="true"/>
            <p:nvPr/>
          </p:nvSpPr>
          <p:spPr>
            <a:xfrm rot="0">
              <a:off x="7795741" y="5540704"/>
              <a:ext cx="1611523" cy="13991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832"/>
                </a:lnSpc>
              </a:pPr>
              <a:r>
                <a:rPr lang="en-US" sz="594">
                  <a:solidFill>
                    <a:srgbClr val="5D6B62"/>
                  </a:solidFill>
                  <a:latin typeface="Arimo"/>
                  <a:ea typeface="Arimo"/>
                  <a:cs typeface="Arimo"/>
                  <a:sym typeface="Arimo"/>
                </a:rPr>
                <a:t>SHEET 1 OF 1</a:t>
              </a:r>
            </a:p>
          </p:txBody>
        </p:sp>
        <p:sp>
          <p:nvSpPr>
            <p:cNvPr name="TextBox 286" id="286"/>
            <p:cNvSpPr txBox="true"/>
            <p:nvPr/>
          </p:nvSpPr>
          <p:spPr>
            <a:xfrm rot="0">
              <a:off x="6123787" y="5863008"/>
              <a:ext cx="2014403" cy="1217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49"/>
                </a:lnSpc>
              </a:pPr>
              <a:r>
                <a:rPr lang="en-US" sz="535">
                  <a:solidFill>
                    <a:srgbClr val="5D6B62"/>
                  </a:solidFill>
                  <a:latin typeface="Arimo"/>
                  <a:ea typeface="Arimo"/>
                  <a:cs typeface="Arimo"/>
                  <a:sym typeface="Arimo"/>
                </a:rPr>
                <a:t>firmware/moin-device</a:t>
              </a:r>
            </a:p>
          </p:txBody>
        </p:sp>
        <p:sp>
          <p:nvSpPr>
            <p:cNvPr name="TextBox 287" id="287"/>
            <p:cNvSpPr txBox="true"/>
            <p:nvPr/>
          </p:nvSpPr>
          <p:spPr>
            <a:xfrm rot="0">
              <a:off x="7352573" y="5853483"/>
              <a:ext cx="2054692" cy="1574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rtl="true">
                <a:lnSpc>
                  <a:spcPts val="915"/>
                </a:lnSpc>
              </a:pPr>
              <a:r>
                <a:rPr lang="ar-EG" sz="654">
                  <a:solidFill>
                    <a:srgbClr val="1B2A20"/>
                  </a:solidFill>
                  <a:latin typeface="Arimo"/>
                  <a:ea typeface="Arimo"/>
                  <a:cs typeface="Arimo"/>
                  <a:sym typeface="Arimo"/>
                  <a:rtl val="true"/>
                </a:rPr>
                <a:t>تصميم: حمزة العولقي</a:t>
              </a:r>
            </a:p>
          </p:txBody>
        </p:sp>
        <p:grpSp>
          <p:nvGrpSpPr>
            <p:cNvPr name="Group 288" id="288"/>
            <p:cNvGrpSpPr/>
            <p:nvPr/>
          </p:nvGrpSpPr>
          <p:grpSpPr>
            <a:xfrm rot="0">
              <a:off x="641981" y="1511682"/>
              <a:ext cx="14101" cy="634537"/>
              <a:chOff x="0" y="0"/>
              <a:chExt cx="25400" cy="1143000"/>
            </a:xfrm>
          </p:grpSpPr>
          <p:sp>
            <p:nvSpPr>
              <p:cNvPr name="Freeform 289" id="289"/>
              <p:cNvSpPr/>
              <p:nvPr/>
            </p:nvSpPr>
            <p:spPr>
              <a:xfrm flipH="false" flipV="false" rot="0">
                <a:off x="0" y="0"/>
                <a:ext cx="25400" cy="1143000"/>
              </a:xfrm>
              <a:custGeom>
                <a:avLst/>
                <a:gdLst/>
                <a:ahLst/>
                <a:cxnLst/>
                <a:rect r="r" b="b" t="t" l="l"/>
                <a:pathLst>
                  <a:path h="1143000" w="25400">
                    <a:moveTo>
                      <a:pt x="0" y="0"/>
                    </a:moveTo>
                    <a:lnTo>
                      <a:pt x="25400" y="0"/>
                    </a:lnTo>
                    <a:lnTo>
                      <a:pt x="25400" y="1143000"/>
                    </a:lnTo>
                    <a:lnTo>
                      <a:pt x="0" y="11430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B2A2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90" id="290"/>
              <p:cNvSpPr txBox="true"/>
              <p:nvPr/>
            </p:nvSpPr>
            <p:spPr>
              <a:xfrm>
                <a:off x="0" y="-38100"/>
                <a:ext cx="25400" cy="1181100"/>
              </a:xfrm>
              <a:prstGeom prst="rect">
                <a:avLst/>
              </a:prstGeom>
            </p:spPr>
            <p:txBody>
              <a:bodyPr anchor="ctr" rtlCol="false" tIns="40288" lIns="40288" bIns="40288" rIns="40288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291" id="291"/>
            <p:cNvGrpSpPr/>
            <p:nvPr/>
          </p:nvGrpSpPr>
          <p:grpSpPr>
            <a:xfrm rot="0">
              <a:off x="712485" y="1511682"/>
              <a:ext cx="14101" cy="634537"/>
              <a:chOff x="0" y="0"/>
              <a:chExt cx="25400" cy="1143000"/>
            </a:xfrm>
          </p:grpSpPr>
          <p:sp>
            <p:nvSpPr>
              <p:cNvPr name="Freeform 292" id="292"/>
              <p:cNvSpPr/>
              <p:nvPr/>
            </p:nvSpPr>
            <p:spPr>
              <a:xfrm flipH="false" flipV="false" rot="0">
                <a:off x="0" y="0"/>
                <a:ext cx="25400" cy="1143000"/>
              </a:xfrm>
              <a:custGeom>
                <a:avLst/>
                <a:gdLst/>
                <a:ahLst/>
                <a:cxnLst/>
                <a:rect r="r" b="b" t="t" l="l"/>
                <a:pathLst>
                  <a:path h="1143000" w="25400">
                    <a:moveTo>
                      <a:pt x="0" y="0"/>
                    </a:moveTo>
                    <a:lnTo>
                      <a:pt x="25400" y="0"/>
                    </a:lnTo>
                    <a:lnTo>
                      <a:pt x="25400" y="1143000"/>
                    </a:lnTo>
                    <a:lnTo>
                      <a:pt x="0" y="11430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B2A2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93" id="293"/>
              <p:cNvSpPr txBox="true"/>
              <p:nvPr/>
            </p:nvSpPr>
            <p:spPr>
              <a:xfrm>
                <a:off x="0" y="-38100"/>
                <a:ext cx="25400" cy="1181100"/>
              </a:xfrm>
              <a:prstGeom prst="rect">
                <a:avLst/>
              </a:prstGeom>
            </p:spPr>
            <p:txBody>
              <a:bodyPr anchor="ctr" rtlCol="false" tIns="40288" lIns="40288" bIns="40288" rIns="40288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294" id="294"/>
            <p:cNvGrpSpPr/>
            <p:nvPr/>
          </p:nvGrpSpPr>
          <p:grpSpPr>
            <a:xfrm rot="0">
              <a:off x="536225" y="2146220"/>
              <a:ext cx="296117" cy="352521"/>
              <a:chOff x="0" y="0"/>
              <a:chExt cx="533400" cy="635000"/>
            </a:xfrm>
          </p:grpSpPr>
          <p:sp>
            <p:nvSpPr>
              <p:cNvPr name="Freeform 295" id="295"/>
              <p:cNvSpPr/>
              <p:nvPr/>
            </p:nvSpPr>
            <p:spPr>
              <a:xfrm flipH="false" flipV="false" rot="0">
                <a:off x="0" y="0"/>
                <a:ext cx="533400" cy="635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" w="533400">
                    <a:moveTo>
                      <a:pt x="0" y="0"/>
                    </a:moveTo>
                    <a:lnTo>
                      <a:pt x="533400" y="0"/>
                    </a:lnTo>
                    <a:lnTo>
                      <a:pt x="533400" y="635000"/>
                    </a:lnTo>
                    <a:lnTo>
                      <a:pt x="0" y="6350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w="14288" cap="sq">
                <a:solidFill>
                  <a:srgbClr val="1B2A20"/>
                </a:solidFill>
                <a:prstDash val="solid"/>
                <a:miter/>
              </a:ln>
            </p:spPr>
          </p:sp>
          <p:sp>
            <p:nvSpPr>
              <p:cNvPr name="TextBox 296" id="296"/>
              <p:cNvSpPr txBox="true"/>
              <p:nvPr/>
            </p:nvSpPr>
            <p:spPr>
              <a:xfrm>
                <a:off x="0" y="-38100"/>
                <a:ext cx="533400" cy="673100"/>
              </a:xfrm>
              <a:prstGeom prst="rect">
                <a:avLst/>
              </a:prstGeom>
            </p:spPr>
            <p:txBody>
              <a:bodyPr anchor="ctr" rtlCol="false" tIns="40288" lIns="40288" bIns="40288" rIns="40288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297" id="297"/>
            <p:cNvGrpSpPr/>
            <p:nvPr/>
          </p:nvGrpSpPr>
          <p:grpSpPr>
            <a:xfrm rot="0">
              <a:off x="832342" y="2019312"/>
              <a:ext cx="282016" cy="606335"/>
              <a:chOff x="0" y="0"/>
              <a:chExt cx="508000" cy="1092200"/>
            </a:xfrm>
          </p:grpSpPr>
          <p:sp>
            <p:nvSpPr>
              <p:cNvPr name="Freeform 298" id="298"/>
              <p:cNvSpPr/>
              <p:nvPr/>
            </p:nvSpPr>
            <p:spPr>
              <a:xfrm flipH="false" flipV="false" rot="0">
                <a:off x="0" y="0"/>
                <a:ext cx="508000" cy="1092200"/>
              </a:xfrm>
              <a:custGeom>
                <a:avLst/>
                <a:gdLst/>
                <a:ahLst/>
                <a:cxnLst/>
                <a:rect r="r" b="b" t="t" l="l"/>
                <a:pathLst>
                  <a:path h="1092200" w="508000">
                    <a:moveTo>
                      <a:pt x="0" y="228600"/>
                    </a:moveTo>
                    <a:lnTo>
                      <a:pt x="508000" y="0"/>
                    </a:lnTo>
                    <a:lnTo>
                      <a:pt x="508000" y="1092200"/>
                    </a:lnTo>
                    <a:lnTo>
                      <a:pt x="0" y="863600"/>
                    </a:lnTo>
                    <a:close/>
                  </a:path>
                </a:pathLst>
              </a:custGeom>
              <a:solidFill>
                <a:srgbClr val="FFFFFF"/>
              </a:solidFill>
              <a:ln w="14288" cap="sq">
                <a:solidFill>
                  <a:srgbClr val="1B2A20"/>
                </a:solidFill>
                <a:prstDash val="solid"/>
                <a:miter/>
              </a:ln>
            </p:spPr>
          </p:sp>
          <p:sp>
            <p:nvSpPr>
              <p:cNvPr name="TextBox 299" id="299"/>
              <p:cNvSpPr txBox="true"/>
              <p:nvPr/>
            </p:nvSpPr>
            <p:spPr>
              <a:xfrm>
                <a:off x="0" y="-38100"/>
                <a:ext cx="508000" cy="1130300"/>
              </a:xfrm>
              <a:prstGeom prst="rect">
                <a:avLst/>
              </a:prstGeom>
            </p:spPr>
            <p:txBody>
              <a:bodyPr anchor="ctr" rtlCol="false" tIns="40288" lIns="40288" bIns="40288" rIns="40288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00" id="300"/>
            <p:cNvSpPr txBox="true"/>
            <p:nvPr/>
          </p:nvSpPr>
          <p:spPr>
            <a:xfrm rot="0">
              <a:off x="536225" y="2550194"/>
              <a:ext cx="282016" cy="1276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57"/>
                </a:lnSpc>
              </a:pPr>
              <a:r>
                <a:rPr lang="en-US" sz="541" b="true">
                  <a:solidFill>
                    <a:srgbClr val="1B2A2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LS1</a:t>
              </a:r>
            </a:p>
          </p:txBody>
        </p:sp>
        <p:sp>
          <p:nvSpPr>
            <p:cNvPr name="TextBox 301" id="301"/>
            <p:cNvSpPr txBox="true"/>
            <p:nvPr/>
          </p:nvSpPr>
          <p:spPr>
            <a:xfrm rot="0">
              <a:off x="536225" y="2677102"/>
              <a:ext cx="634537" cy="1036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82"/>
                </a:lnSpc>
              </a:pPr>
              <a:r>
                <a:rPr lang="en-US" sz="416">
                  <a:solidFill>
                    <a:srgbClr val="5D6B62"/>
                  </a:solidFill>
                  <a:latin typeface="Arimo"/>
                  <a:ea typeface="Arimo"/>
                  <a:cs typeface="Arimo"/>
                  <a:sym typeface="Arimo"/>
                </a:rPr>
                <a:t>3W · 4Ω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63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3503" y="-63503"/>
            <a:ext cx="15366997" cy="8699497"/>
          </a:xfrm>
          <a:custGeom>
            <a:avLst/>
            <a:gdLst/>
            <a:ahLst/>
            <a:cxnLst/>
            <a:rect r="r" b="b" t="t" l="l"/>
            <a:pathLst>
              <a:path h="8699497" w="15366997">
                <a:moveTo>
                  <a:pt x="0" y="0"/>
                </a:moveTo>
                <a:lnTo>
                  <a:pt x="15366997" y="0"/>
                </a:lnTo>
                <a:lnTo>
                  <a:pt x="15366997" y="8699497"/>
                </a:lnTo>
                <a:lnTo>
                  <a:pt x="0" y="86994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90600" y="457200"/>
            <a:ext cx="771525" cy="476250"/>
            <a:chOff x="0" y="0"/>
            <a:chExt cx="1028700" cy="635000"/>
          </a:xfrm>
        </p:grpSpPr>
        <p:sp>
          <p:nvSpPr>
            <p:cNvPr name="Freeform 4" id="4" descr="هاكاثون هداية"/>
            <p:cNvSpPr/>
            <p:nvPr/>
          </p:nvSpPr>
          <p:spPr>
            <a:xfrm flipH="false" flipV="false" rot="0">
              <a:off x="0" y="0"/>
              <a:ext cx="1028700" cy="635000"/>
            </a:xfrm>
            <a:custGeom>
              <a:avLst/>
              <a:gdLst/>
              <a:ahLst/>
              <a:cxnLst/>
              <a:rect r="r" b="b" t="t" l="l"/>
              <a:pathLst>
                <a:path h="635000" w="1028700">
                  <a:moveTo>
                    <a:pt x="0" y="0"/>
                  </a:moveTo>
                  <a:lnTo>
                    <a:pt x="1028700" y="0"/>
                  </a:lnTo>
                  <a:lnTo>
                    <a:pt x="1028700" y="635000"/>
                  </a:lnTo>
                  <a:lnTo>
                    <a:pt x="0" y="635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6526635" y="5531987"/>
            <a:ext cx="82544" cy="4848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b="true" sz="2700">
                <a:solidFill>
                  <a:srgbClr val="F5F3EE"/>
                </a:solidFill>
                <a:latin typeface="IBM Plex Sans Arabic Medium"/>
                <a:ea typeface="IBM Plex Sans Arabic Medium"/>
                <a:cs typeface="IBM Plex Sans Arabic Medium"/>
                <a:sym typeface="IBM Plex Sans Arabic Medium"/>
              </a:rPr>
              <a:t>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590899" y="3135103"/>
            <a:ext cx="6058152" cy="2064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6859"/>
              </a:lnSpc>
              <a:spcBef>
                <a:spcPct val="0"/>
              </a:spcBef>
            </a:pPr>
            <a:r>
              <a:rPr lang="ar-EG" b="true" sz="12042" strike="noStrike" u="none">
                <a:solidFill>
                  <a:srgbClr val="E1BF75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  <a:rtl val="true"/>
              </a:rPr>
              <a:t>مزايا مُعين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028825" y="695325"/>
            <a:ext cx="10791825" cy="9525"/>
            <a:chOff x="0" y="0"/>
            <a:chExt cx="10791825" cy="95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791825" cy="9525"/>
            </a:xfrm>
            <a:custGeom>
              <a:avLst/>
              <a:gdLst/>
              <a:ahLst/>
              <a:cxnLst/>
              <a:rect r="r" b="b" t="t" l="l"/>
              <a:pathLst>
                <a:path h="9525" w="10791825">
                  <a:moveTo>
                    <a:pt x="0" y="9525"/>
                  </a:moveTo>
                  <a:lnTo>
                    <a:pt x="0" y="0"/>
                  </a:lnTo>
                  <a:lnTo>
                    <a:pt x="10791825" y="0"/>
                  </a:lnTo>
                  <a:lnTo>
                    <a:pt x="10791825" y="9525"/>
                  </a:lnTo>
                  <a:close/>
                </a:path>
              </a:pathLst>
            </a:custGeom>
            <a:solidFill>
              <a:srgbClr val="8A6516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3049822" y="324888"/>
            <a:ext cx="1233268" cy="767296"/>
          </a:xfrm>
          <a:custGeom>
            <a:avLst/>
            <a:gdLst/>
            <a:ahLst/>
            <a:cxnLst/>
            <a:rect r="r" b="b" t="t" l="l"/>
            <a:pathLst>
              <a:path h="767296" w="1233268">
                <a:moveTo>
                  <a:pt x="0" y="0"/>
                </a:moveTo>
                <a:lnTo>
                  <a:pt x="1233268" y="0"/>
                </a:lnTo>
                <a:lnTo>
                  <a:pt x="1233268" y="767296"/>
                </a:lnTo>
                <a:lnTo>
                  <a:pt x="0" y="7672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990600" y="457200"/>
            <a:ext cx="771525" cy="476250"/>
            <a:chOff x="0" y="0"/>
            <a:chExt cx="1028700" cy="635000"/>
          </a:xfrm>
        </p:grpSpPr>
        <p:sp>
          <p:nvSpPr>
            <p:cNvPr name="Freeform 6" id="6" descr="هاكاثون هداية"/>
            <p:cNvSpPr/>
            <p:nvPr/>
          </p:nvSpPr>
          <p:spPr>
            <a:xfrm flipH="false" flipV="false" rot="0">
              <a:off x="0" y="0"/>
              <a:ext cx="1028700" cy="635000"/>
            </a:xfrm>
            <a:custGeom>
              <a:avLst/>
              <a:gdLst/>
              <a:ahLst/>
              <a:cxnLst/>
              <a:rect r="r" b="b" t="t" l="l"/>
              <a:pathLst>
                <a:path h="635000" w="1028700">
                  <a:moveTo>
                    <a:pt x="0" y="0"/>
                  </a:moveTo>
                  <a:lnTo>
                    <a:pt x="1028700" y="0"/>
                  </a:lnTo>
                  <a:lnTo>
                    <a:pt x="1028700" y="635000"/>
                  </a:lnTo>
                  <a:lnTo>
                    <a:pt x="0" y="635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5568534" y="4662945"/>
            <a:ext cx="9525" cy="2114550"/>
            <a:chOff x="0" y="0"/>
            <a:chExt cx="9525" cy="21145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525" cy="2114550"/>
            </a:xfrm>
            <a:custGeom>
              <a:avLst/>
              <a:gdLst/>
              <a:ahLst/>
              <a:cxnLst/>
              <a:rect r="r" b="b" t="t" l="l"/>
              <a:pathLst>
                <a:path h="2114550" w="9525">
                  <a:moveTo>
                    <a:pt x="0" y="0"/>
                  </a:moveTo>
                  <a:lnTo>
                    <a:pt x="9525" y="0"/>
                  </a:lnTo>
                  <a:lnTo>
                    <a:pt x="9525" y="2114550"/>
                  </a:lnTo>
                  <a:lnTo>
                    <a:pt x="0" y="2114550"/>
                  </a:lnTo>
                  <a:close/>
                </a:path>
              </a:pathLst>
            </a:custGeom>
            <a:solidFill>
              <a:srgbClr val="C0912D">
                <a:alpha val="10196"/>
              </a:srgbClr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9997659" y="4662945"/>
            <a:ext cx="9525" cy="2114550"/>
            <a:chOff x="0" y="0"/>
            <a:chExt cx="9525" cy="211455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525" cy="2114550"/>
            </a:xfrm>
            <a:custGeom>
              <a:avLst/>
              <a:gdLst/>
              <a:ahLst/>
              <a:cxnLst/>
              <a:rect r="r" b="b" t="t" l="l"/>
              <a:pathLst>
                <a:path h="2114550" w="9525">
                  <a:moveTo>
                    <a:pt x="0" y="0"/>
                  </a:moveTo>
                  <a:lnTo>
                    <a:pt x="9525" y="0"/>
                  </a:lnTo>
                  <a:lnTo>
                    <a:pt x="9525" y="2114550"/>
                  </a:lnTo>
                  <a:lnTo>
                    <a:pt x="0" y="2114550"/>
                  </a:lnTo>
                  <a:close/>
                </a:path>
              </a:pathLst>
            </a:custGeom>
            <a:solidFill>
              <a:srgbClr val="C0912D">
                <a:alpha val="10196"/>
              </a:srgbClr>
            </a:solid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11865520" y="4058163"/>
            <a:ext cx="707347" cy="604782"/>
          </a:xfrm>
          <a:custGeom>
            <a:avLst/>
            <a:gdLst/>
            <a:ahLst/>
            <a:cxnLst/>
            <a:rect r="r" b="b" t="t" l="l"/>
            <a:pathLst>
              <a:path h="604782" w="707347">
                <a:moveTo>
                  <a:pt x="0" y="0"/>
                </a:moveTo>
                <a:lnTo>
                  <a:pt x="707348" y="0"/>
                </a:lnTo>
                <a:lnTo>
                  <a:pt x="707348" y="604782"/>
                </a:lnTo>
                <a:lnTo>
                  <a:pt x="0" y="60478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7529613" y="3998883"/>
            <a:ext cx="669092" cy="723343"/>
          </a:xfrm>
          <a:custGeom>
            <a:avLst/>
            <a:gdLst/>
            <a:ahLst/>
            <a:cxnLst/>
            <a:rect r="r" b="b" t="t" l="l"/>
            <a:pathLst>
              <a:path h="723343" w="669092">
                <a:moveTo>
                  <a:pt x="0" y="0"/>
                </a:moveTo>
                <a:lnTo>
                  <a:pt x="669092" y="0"/>
                </a:lnTo>
                <a:lnTo>
                  <a:pt x="669092" y="723343"/>
                </a:lnTo>
                <a:lnTo>
                  <a:pt x="0" y="72334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3086916" y="3863608"/>
            <a:ext cx="879592" cy="879592"/>
          </a:xfrm>
          <a:custGeom>
            <a:avLst/>
            <a:gdLst/>
            <a:ahLst/>
            <a:cxnLst/>
            <a:rect r="r" b="b" t="t" l="l"/>
            <a:pathLst>
              <a:path h="879592" w="879592">
                <a:moveTo>
                  <a:pt x="0" y="0"/>
                </a:moveTo>
                <a:lnTo>
                  <a:pt x="879592" y="0"/>
                </a:lnTo>
                <a:lnTo>
                  <a:pt x="879592" y="879592"/>
                </a:lnTo>
                <a:lnTo>
                  <a:pt x="0" y="87959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5726314" y="1792350"/>
            <a:ext cx="3787371" cy="12635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10294"/>
              </a:lnSpc>
            </a:pPr>
            <a:r>
              <a:rPr lang="ar-EG" b="true" sz="7353">
                <a:solidFill>
                  <a:srgbClr val="C0912D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  <a:rtl val="true"/>
              </a:rPr>
              <a:t>مزايا مُعين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087489" y="5204404"/>
            <a:ext cx="61903" cy="375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025">
                <a:solidFill>
                  <a:srgbClr val="5D6B62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320842" y="5007355"/>
            <a:ext cx="2199331" cy="556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rtl="true">
              <a:lnSpc>
                <a:spcPts val="4515"/>
              </a:lnSpc>
            </a:pPr>
            <a:r>
              <a:rPr lang="ar-EG" b="true" sz="3225">
                <a:solidFill>
                  <a:srgbClr val="C0912D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  <a:rtl val="true"/>
              </a:rPr>
              <a:t>ترجمة دقيقة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666044" y="5442529"/>
            <a:ext cx="61903" cy="375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025">
                <a:solidFill>
                  <a:srgbClr val="5D6B62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730903" y="4991044"/>
            <a:ext cx="2786082" cy="588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rtl="true">
              <a:lnSpc>
                <a:spcPts val="4515"/>
              </a:lnSpc>
            </a:pPr>
            <a:r>
              <a:rPr lang="ar-EG" b="true" sz="3225">
                <a:solidFill>
                  <a:srgbClr val="C0912D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  <a:rtl val="true"/>
              </a:rPr>
              <a:t>ﻳﻌﻤﻞ دون إﻧﱰﻧﺖ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726437" y="5442529"/>
            <a:ext cx="61903" cy="375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025">
                <a:solidFill>
                  <a:srgbClr val="5D6B62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 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627765" y="5999027"/>
            <a:ext cx="3664544" cy="701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2835"/>
              </a:lnSpc>
            </a:pPr>
            <a:r>
              <a:rPr lang="ar-EG" sz="2025">
                <a:solidFill>
                  <a:srgbClr val="5D6B62"/>
                </a:solidFill>
                <a:latin typeface="IBM Plex Sans Arabic"/>
                <a:ea typeface="IBM Plex Sans Arabic"/>
                <a:cs typeface="IBM Plex Sans Arabic"/>
                <a:sym typeface="IBM Plex Sans Arabic"/>
                <a:rtl val="true"/>
              </a:rPr>
              <a:t>يكتشف آيات القرآن ويضع ترجمة ﻣﻌﺘﻤﺪة مكانها.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490645" y="5770427"/>
            <a:ext cx="3121590" cy="348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2835"/>
              </a:lnSpc>
            </a:pPr>
            <a:r>
              <a:rPr lang="ar-EG" sz="2025">
                <a:solidFill>
                  <a:srgbClr val="5D6B62"/>
                </a:solidFill>
                <a:latin typeface="IBM Plex Sans Arabic"/>
                <a:ea typeface="IBM Plex Sans Arabic"/>
                <a:cs typeface="IBM Plex Sans Arabic"/>
                <a:sym typeface="IBM Plex Sans Arabic"/>
                <a:rtl val="true"/>
              </a:rPr>
              <a:t>كل شيء يعمل</a:t>
            </a:r>
            <a:r>
              <a:rPr lang="ar-EG" sz="2025">
                <a:solidFill>
                  <a:srgbClr val="5D6B62"/>
                </a:solidFill>
                <a:latin typeface="IBM Plex Sans Arabic"/>
                <a:ea typeface="IBM Plex Sans Arabic"/>
                <a:cs typeface="IBM Plex Sans Arabic"/>
                <a:sym typeface="IBM Plex Sans Arabic"/>
                <a:rtl val="true"/>
              </a:rPr>
              <a:t> محليًا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889522" y="4861504"/>
            <a:ext cx="3223031" cy="556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4515"/>
              </a:lnSpc>
            </a:pPr>
            <a:r>
              <a:rPr lang="ar-EG" b="true" sz="3225">
                <a:solidFill>
                  <a:srgbClr val="C0912D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  <a:rtl val="true"/>
              </a:rPr>
              <a:t>مسارين للترجمة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833772" y="5999027"/>
            <a:ext cx="3664544" cy="701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2835"/>
              </a:lnSpc>
            </a:pPr>
            <a:r>
              <a:rPr lang="en-US" sz="2025">
                <a:solidFill>
                  <a:srgbClr val="5D6B62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١</a:t>
            </a:r>
            <a:r>
              <a:rPr lang="ar-EG" sz="2025">
                <a:solidFill>
                  <a:srgbClr val="5D6B62"/>
                </a:solidFill>
                <a:latin typeface="IBM Plex Sans Arabic"/>
                <a:ea typeface="IBM Plex Sans Arabic"/>
                <a:cs typeface="IBM Plex Sans Arabic"/>
                <a:sym typeface="IBM Plex Sans Arabic"/>
                <a:rtl val="true"/>
              </a:rPr>
              <a:t>- نظام ترجمة بالذكاء الاصطناعي</a:t>
            </a:r>
          </a:p>
          <a:p>
            <a:pPr algn="ctr" rtl="true">
              <a:lnSpc>
                <a:spcPts val="2835"/>
              </a:lnSpc>
            </a:pPr>
            <a:r>
              <a:rPr lang="en-US" sz="2025">
                <a:solidFill>
                  <a:srgbClr val="5D6B62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٢</a:t>
            </a:r>
            <a:r>
              <a:rPr lang="ar-EG" sz="2025">
                <a:solidFill>
                  <a:srgbClr val="5D6B62"/>
                </a:solidFill>
                <a:latin typeface="IBM Plex Sans Arabic"/>
                <a:ea typeface="IBM Plex Sans Arabic"/>
                <a:cs typeface="IBM Plex Sans Arabic"/>
                <a:sym typeface="IBM Plex Sans Arabic"/>
                <a:rtl val="true"/>
              </a:rPr>
              <a:t>- نظام</a:t>
            </a:r>
            <a:r>
              <a:rPr lang="ar-EG" sz="2025">
                <a:solidFill>
                  <a:srgbClr val="5D6B62"/>
                </a:solidFill>
                <a:latin typeface="IBM Plex Sans Arabic"/>
                <a:ea typeface="IBM Plex Sans Arabic"/>
                <a:cs typeface="IBM Plex Sans Arabic"/>
                <a:sym typeface="IBM Plex Sans Arabic"/>
                <a:rtl val="true"/>
              </a:rPr>
              <a:t> استقبال ترجمة الحرمين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63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3503" y="-63503"/>
            <a:ext cx="15366997" cy="8699497"/>
          </a:xfrm>
          <a:custGeom>
            <a:avLst/>
            <a:gdLst/>
            <a:ahLst/>
            <a:cxnLst/>
            <a:rect r="r" b="b" t="t" l="l"/>
            <a:pathLst>
              <a:path h="8699497" w="15366997">
                <a:moveTo>
                  <a:pt x="0" y="0"/>
                </a:moveTo>
                <a:lnTo>
                  <a:pt x="15366997" y="0"/>
                </a:lnTo>
                <a:lnTo>
                  <a:pt x="15366997" y="8699497"/>
                </a:lnTo>
                <a:lnTo>
                  <a:pt x="0" y="86994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90600" y="457200"/>
            <a:ext cx="771525" cy="476250"/>
            <a:chOff x="0" y="0"/>
            <a:chExt cx="1028700" cy="635000"/>
          </a:xfrm>
        </p:grpSpPr>
        <p:sp>
          <p:nvSpPr>
            <p:cNvPr name="Freeform 4" id="4" descr="هاكاثون هداية"/>
            <p:cNvSpPr/>
            <p:nvPr/>
          </p:nvSpPr>
          <p:spPr>
            <a:xfrm flipH="false" flipV="false" rot="0">
              <a:off x="0" y="0"/>
              <a:ext cx="1028700" cy="635000"/>
            </a:xfrm>
            <a:custGeom>
              <a:avLst/>
              <a:gdLst/>
              <a:ahLst/>
              <a:cxnLst/>
              <a:rect r="r" b="b" t="t" l="l"/>
              <a:pathLst>
                <a:path h="635000" w="1028700">
                  <a:moveTo>
                    <a:pt x="0" y="0"/>
                  </a:moveTo>
                  <a:lnTo>
                    <a:pt x="1028700" y="0"/>
                  </a:lnTo>
                  <a:lnTo>
                    <a:pt x="1028700" y="635000"/>
                  </a:lnTo>
                  <a:lnTo>
                    <a:pt x="0" y="635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6526635" y="5531987"/>
            <a:ext cx="82544" cy="4848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b="true" sz="2700">
                <a:solidFill>
                  <a:srgbClr val="F5F3EE"/>
                </a:solidFill>
                <a:latin typeface="IBM Plex Sans Arabic Medium"/>
                <a:ea typeface="IBM Plex Sans Arabic Medium"/>
                <a:cs typeface="IBM Plex Sans Arabic Medium"/>
                <a:sym typeface="IBM Plex Sans Arabic Medium"/>
              </a:rPr>
              <a:t>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730256" y="3135103"/>
            <a:ext cx="3779397" cy="2064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6859"/>
              </a:lnSpc>
              <a:spcBef>
                <a:spcPct val="0"/>
              </a:spcBef>
            </a:pPr>
            <a:r>
              <a:rPr lang="ar-EG" b="true" sz="12042" strike="noStrike" u="none">
                <a:solidFill>
                  <a:srgbClr val="E1BF75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  <a:rtl val="true"/>
              </a:rPr>
              <a:t>الابتكار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63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3503" y="-63503"/>
            <a:ext cx="15366997" cy="8699497"/>
          </a:xfrm>
          <a:custGeom>
            <a:avLst/>
            <a:gdLst/>
            <a:ahLst/>
            <a:cxnLst/>
            <a:rect r="r" b="b" t="t" l="l"/>
            <a:pathLst>
              <a:path h="8699497" w="15366997">
                <a:moveTo>
                  <a:pt x="0" y="0"/>
                </a:moveTo>
                <a:lnTo>
                  <a:pt x="15366997" y="0"/>
                </a:lnTo>
                <a:lnTo>
                  <a:pt x="15366997" y="8699497"/>
                </a:lnTo>
                <a:lnTo>
                  <a:pt x="0" y="86994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90600" y="457200"/>
            <a:ext cx="771525" cy="476250"/>
            <a:chOff x="0" y="0"/>
            <a:chExt cx="1028700" cy="635000"/>
          </a:xfrm>
        </p:grpSpPr>
        <p:sp>
          <p:nvSpPr>
            <p:cNvPr name="Freeform 4" id="4" descr="هاكاثون هداية"/>
            <p:cNvSpPr/>
            <p:nvPr/>
          </p:nvSpPr>
          <p:spPr>
            <a:xfrm flipH="false" flipV="false" rot="0">
              <a:off x="0" y="0"/>
              <a:ext cx="1028700" cy="635000"/>
            </a:xfrm>
            <a:custGeom>
              <a:avLst/>
              <a:gdLst/>
              <a:ahLst/>
              <a:cxnLst/>
              <a:rect r="r" b="b" t="t" l="l"/>
              <a:pathLst>
                <a:path h="635000" w="1028700">
                  <a:moveTo>
                    <a:pt x="0" y="0"/>
                  </a:moveTo>
                  <a:lnTo>
                    <a:pt x="1028700" y="0"/>
                  </a:lnTo>
                  <a:lnTo>
                    <a:pt x="1028700" y="635000"/>
                  </a:lnTo>
                  <a:lnTo>
                    <a:pt x="0" y="635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90600" y="5798097"/>
            <a:ext cx="13258800" cy="9525"/>
            <a:chOff x="0" y="0"/>
            <a:chExt cx="13258800" cy="952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258800" cy="9525"/>
            </a:xfrm>
            <a:custGeom>
              <a:avLst/>
              <a:gdLst/>
              <a:ahLst/>
              <a:cxnLst/>
              <a:rect r="r" b="b" t="t" l="l"/>
              <a:pathLst>
                <a:path h="9525" w="13258800">
                  <a:moveTo>
                    <a:pt x="0" y="0"/>
                  </a:moveTo>
                  <a:lnTo>
                    <a:pt x="13258800" y="0"/>
                  </a:lnTo>
                  <a:lnTo>
                    <a:pt x="13258800" y="9525"/>
                  </a:lnTo>
                  <a:lnTo>
                    <a:pt x="0" y="9525"/>
                  </a:lnTo>
                  <a:close/>
                </a:path>
              </a:pathLst>
            </a:custGeom>
            <a:solidFill>
              <a:srgbClr val="E1BF75">
                <a:alpha val="4706"/>
              </a:srgbClr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4478948" y="1616601"/>
            <a:ext cx="9686578" cy="1676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6750"/>
              </a:lnSpc>
            </a:pPr>
            <a:r>
              <a:rPr lang="ar-EG" b="true" sz="4500" spc="386">
                <a:solidFill>
                  <a:srgbClr val="F5F3EE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  <a:rtl val="true"/>
              </a:rPr>
              <a:t>اﻻﺑﺘﻜﺎر أﻧﻨﺎ ﻧﻌﺮف ﻣﱴ </a:t>
            </a:r>
            <a:r>
              <a:rPr lang="ar-EG" b="true" sz="4500" spc="386">
                <a:solidFill>
                  <a:srgbClr val="E1BF75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  <a:rtl val="true"/>
              </a:rPr>
              <a:t>ﻻ</a:t>
            </a:r>
            <a:r>
              <a:rPr lang="ar-EG" b="true" sz="4500" spc="386">
                <a:solidFill>
                  <a:srgbClr val="F5F3EE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  <a:rtl val="true"/>
              </a:rPr>
              <a:t> ﻧُُﱰﺟﻢ.</a:t>
            </a:r>
          </a:p>
          <a:p>
            <a:pPr algn="r" rtl="true">
              <a:lnSpc>
                <a:spcPts val="6750"/>
              </a:lnSpc>
            </a:pPr>
            <a:r>
              <a:rPr lang="ar-EG" b="true" sz="4500" spc="386">
                <a:solidFill>
                  <a:srgbClr val="F5F3EE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  <a:rtl val="true"/>
              </a:rPr>
              <a:t>ليس فقط نترجم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3629882" y="5998122"/>
            <a:ext cx="535644" cy="535644"/>
            <a:chOff x="0" y="0"/>
            <a:chExt cx="419100" cy="4191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19100" cy="418973"/>
            </a:xfrm>
            <a:custGeom>
              <a:avLst/>
              <a:gdLst/>
              <a:ahLst/>
              <a:cxnLst/>
              <a:rect r="r" b="b" t="t" l="l"/>
              <a:pathLst>
                <a:path h="418973" w="419100">
                  <a:moveTo>
                    <a:pt x="419100" y="209550"/>
                  </a:moveTo>
                  <a:cubicBezTo>
                    <a:pt x="419100" y="216408"/>
                    <a:pt x="418719" y="223266"/>
                    <a:pt x="418084" y="230124"/>
                  </a:cubicBezTo>
                  <a:cubicBezTo>
                    <a:pt x="417449" y="236982"/>
                    <a:pt x="416433" y="243713"/>
                    <a:pt x="415036" y="250444"/>
                  </a:cubicBezTo>
                  <a:cubicBezTo>
                    <a:pt x="413639" y="257175"/>
                    <a:pt x="411988" y="263779"/>
                    <a:pt x="410083" y="270383"/>
                  </a:cubicBezTo>
                  <a:cubicBezTo>
                    <a:pt x="408178" y="276987"/>
                    <a:pt x="405765" y="283464"/>
                    <a:pt x="403098" y="289687"/>
                  </a:cubicBezTo>
                  <a:cubicBezTo>
                    <a:pt x="400431" y="295910"/>
                    <a:pt x="397510" y="302260"/>
                    <a:pt x="394335" y="308229"/>
                  </a:cubicBezTo>
                  <a:cubicBezTo>
                    <a:pt x="391160" y="314198"/>
                    <a:pt x="387604" y="320167"/>
                    <a:pt x="383794" y="325882"/>
                  </a:cubicBezTo>
                  <a:cubicBezTo>
                    <a:pt x="379984" y="331597"/>
                    <a:pt x="375920" y="337058"/>
                    <a:pt x="371602" y="342392"/>
                  </a:cubicBezTo>
                  <a:cubicBezTo>
                    <a:pt x="367284" y="347726"/>
                    <a:pt x="362585" y="352806"/>
                    <a:pt x="357759" y="357632"/>
                  </a:cubicBezTo>
                  <a:cubicBezTo>
                    <a:pt x="352933" y="362458"/>
                    <a:pt x="347853" y="367030"/>
                    <a:pt x="342519" y="371475"/>
                  </a:cubicBezTo>
                  <a:cubicBezTo>
                    <a:pt x="337185" y="375920"/>
                    <a:pt x="331724" y="379857"/>
                    <a:pt x="326009" y="383667"/>
                  </a:cubicBezTo>
                  <a:cubicBezTo>
                    <a:pt x="320294" y="387477"/>
                    <a:pt x="314452" y="391033"/>
                    <a:pt x="308356" y="394208"/>
                  </a:cubicBezTo>
                  <a:cubicBezTo>
                    <a:pt x="302260" y="397383"/>
                    <a:pt x="296164" y="400431"/>
                    <a:pt x="289814" y="402971"/>
                  </a:cubicBezTo>
                  <a:cubicBezTo>
                    <a:pt x="283464" y="405511"/>
                    <a:pt x="276987" y="407924"/>
                    <a:pt x="270510" y="409956"/>
                  </a:cubicBezTo>
                  <a:cubicBezTo>
                    <a:pt x="264033" y="411988"/>
                    <a:pt x="257302" y="413639"/>
                    <a:pt x="250571" y="414909"/>
                  </a:cubicBezTo>
                  <a:cubicBezTo>
                    <a:pt x="243840" y="416179"/>
                    <a:pt x="237109" y="417195"/>
                    <a:pt x="230251" y="417957"/>
                  </a:cubicBezTo>
                  <a:cubicBezTo>
                    <a:pt x="223393" y="418719"/>
                    <a:pt x="216535" y="418973"/>
                    <a:pt x="209677" y="418973"/>
                  </a:cubicBezTo>
                  <a:cubicBezTo>
                    <a:pt x="202819" y="418973"/>
                    <a:pt x="195961" y="418592"/>
                    <a:pt x="189103" y="417957"/>
                  </a:cubicBezTo>
                  <a:cubicBezTo>
                    <a:pt x="182245" y="417322"/>
                    <a:pt x="175514" y="416306"/>
                    <a:pt x="168783" y="414909"/>
                  </a:cubicBezTo>
                  <a:cubicBezTo>
                    <a:pt x="162052" y="413512"/>
                    <a:pt x="155448" y="411861"/>
                    <a:pt x="148844" y="409956"/>
                  </a:cubicBezTo>
                  <a:cubicBezTo>
                    <a:pt x="142240" y="408051"/>
                    <a:pt x="135763" y="405638"/>
                    <a:pt x="129540" y="402971"/>
                  </a:cubicBezTo>
                  <a:cubicBezTo>
                    <a:pt x="123317" y="400304"/>
                    <a:pt x="116967" y="397383"/>
                    <a:pt x="110998" y="394208"/>
                  </a:cubicBezTo>
                  <a:cubicBezTo>
                    <a:pt x="105029" y="391033"/>
                    <a:pt x="99060" y="387477"/>
                    <a:pt x="93345" y="383667"/>
                  </a:cubicBezTo>
                  <a:cubicBezTo>
                    <a:pt x="87630" y="379857"/>
                    <a:pt x="82169" y="375793"/>
                    <a:pt x="76835" y="371475"/>
                  </a:cubicBezTo>
                  <a:cubicBezTo>
                    <a:pt x="71501" y="367157"/>
                    <a:pt x="66421" y="362458"/>
                    <a:pt x="61595" y="357632"/>
                  </a:cubicBezTo>
                  <a:cubicBezTo>
                    <a:pt x="56769" y="352806"/>
                    <a:pt x="52197" y="347726"/>
                    <a:pt x="47752" y="342392"/>
                  </a:cubicBezTo>
                  <a:cubicBezTo>
                    <a:pt x="43307" y="337058"/>
                    <a:pt x="39370" y="331597"/>
                    <a:pt x="35560" y="325882"/>
                  </a:cubicBezTo>
                  <a:cubicBezTo>
                    <a:pt x="31750" y="320167"/>
                    <a:pt x="28194" y="314325"/>
                    <a:pt x="25019" y="308229"/>
                  </a:cubicBezTo>
                  <a:cubicBezTo>
                    <a:pt x="21844" y="302133"/>
                    <a:pt x="18796" y="296037"/>
                    <a:pt x="16256" y="289687"/>
                  </a:cubicBezTo>
                  <a:cubicBezTo>
                    <a:pt x="13716" y="283337"/>
                    <a:pt x="11303" y="276860"/>
                    <a:pt x="9271" y="270383"/>
                  </a:cubicBezTo>
                  <a:cubicBezTo>
                    <a:pt x="7239" y="263906"/>
                    <a:pt x="5588" y="257175"/>
                    <a:pt x="4318" y="250444"/>
                  </a:cubicBezTo>
                  <a:cubicBezTo>
                    <a:pt x="3048" y="243713"/>
                    <a:pt x="2032" y="236982"/>
                    <a:pt x="1270" y="230124"/>
                  </a:cubicBezTo>
                  <a:cubicBezTo>
                    <a:pt x="508" y="223266"/>
                    <a:pt x="0" y="216408"/>
                    <a:pt x="0" y="209550"/>
                  </a:cubicBezTo>
                  <a:cubicBezTo>
                    <a:pt x="0" y="202692"/>
                    <a:pt x="381" y="195834"/>
                    <a:pt x="1016" y="188976"/>
                  </a:cubicBezTo>
                  <a:cubicBezTo>
                    <a:pt x="1651" y="182118"/>
                    <a:pt x="2667" y="175387"/>
                    <a:pt x="4064" y="168656"/>
                  </a:cubicBezTo>
                  <a:cubicBezTo>
                    <a:pt x="5461" y="161925"/>
                    <a:pt x="7112" y="155321"/>
                    <a:pt x="9017" y="148717"/>
                  </a:cubicBezTo>
                  <a:cubicBezTo>
                    <a:pt x="10922" y="142113"/>
                    <a:pt x="13335" y="135636"/>
                    <a:pt x="16002" y="129413"/>
                  </a:cubicBezTo>
                  <a:cubicBezTo>
                    <a:pt x="18669" y="123190"/>
                    <a:pt x="21590" y="116840"/>
                    <a:pt x="24765" y="110871"/>
                  </a:cubicBezTo>
                  <a:cubicBezTo>
                    <a:pt x="27940" y="104902"/>
                    <a:pt x="31496" y="98933"/>
                    <a:pt x="35306" y="93218"/>
                  </a:cubicBezTo>
                  <a:cubicBezTo>
                    <a:pt x="39116" y="87503"/>
                    <a:pt x="43180" y="82042"/>
                    <a:pt x="47498" y="76708"/>
                  </a:cubicBezTo>
                  <a:cubicBezTo>
                    <a:pt x="51816" y="71374"/>
                    <a:pt x="56515" y="66294"/>
                    <a:pt x="61341" y="61468"/>
                  </a:cubicBezTo>
                  <a:cubicBezTo>
                    <a:pt x="66167" y="56642"/>
                    <a:pt x="71247" y="52070"/>
                    <a:pt x="76581" y="47625"/>
                  </a:cubicBezTo>
                  <a:cubicBezTo>
                    <a:pt x="81915" y="43180"/>
                    <a:pt x="87376" y="39243"/>
                    <a:pt x="93091" y="35306"/>
                  </a:cubicBezTo>
                  <a:cubicBezTo>
                    <a:pt x="98806" y="31369"/>
                    <a:pt x="104648" y="27940"/>
                    <a:pt x="110744" y="24765"/>
                  </a:cubicBezTo>
                  <a:cubicBezTo>
                    <a:pt x="116840" y="21590"/>
                    <a:pt x="122936" y="18542"/>
                    <a:pt x="129286" y="16002"/>
                  </a:cubicBezTo>
                  <a:cubicBezTo>
                    <a:pt x="135636" y="13462"/>
                    <a:pt x="142113" y="11049"/>
                    <a:pt x="148717" y="9017"/>
                  </a:cubicBezTo>
                  <a:cubicBezTo>
                    <a:pt x="155321" y="6985"/>
                    <a:pt x="161925" y="5334"/>
                    <a:pt x="168656" y="4064"/>
                  </a:cubicBezTo>
                  <a:cubicBezTo>
                    <a:pt x="175387" y="2794"/>
                    <a:pt x="182118" y="1778"/>
                    <a:pt x="188976" y="1016"/>
                  </a:cubicBezTo>
                  <a:cubicBezTo>
                    <a:pt x="195834" y="254"/>
                    <a:pt x="202692" y="0"/>
                    <a:pt x="209550" y="0"/>
                  </a:cubicBezTo>
                  <a:cubicBezTo>
                    <a:pt x="216408" y="0"/>
                    <a:pt x="223266" y="381"/>
                    <a:pt x="230124" y="1016"/>
                  </a:cubicBezTo>
                  <a:cubicBezTo>
                    <a:pt x="236982" y="1651"/>
                    <a:pt x="243713" y="2667"/>
                    <a:pt x="250444" y="4064"/>
                  </a:cubicBezTo>
                  <a:cubicBezTo>
                    <a:pt x="257175" y="5461"/>
                    <a:pt x="263779" y="7112"/>
                    <a:pt x="270383" y="9017"/>
                  </a:cubicBezTo>
                  <a:cubicBezTo>
                    <a:pt x="276987" y="10922"/>
                    <a:pt x="283464" y="13335"/>
                    <a:pt x="289687" y="15875"/>
                  </a:cubicBezTo>
                  <a:cubicBezTo>
                    <a:pt x="295910" y="18415"/>
                    <a:pt x="302260" y="21463"/>
                    <a:pt x="308229" y="24638"/>
                  </a:cubicBezTo>
                  <a:cubicBezTo>
                    <a:pt x="314198" y="27813"/>
                    <a:pt x="320167" y="31369"/>
                    <a:pt x="325882" y="35179"/>
                  </a:cubicBezTo>
                  <a:cubicBezTo>
                    <a:pt x="331597" y="38989"/>
                    <a:pt x="337058" y="43053"/>
                    <a:pt x="342392" y="47371"/>
                  </a:cubicBezTo>
                  <a:cubicBezTo>
                    <a:pt x="347726" y="51689"/>
                    <a:pt x="352806" y="56261"/>
                    <a:pt x="357632" y="61214"/>
                  </a:cubicBezTo>
                  <a:cubicBezTo>
                    <a:pt x="362458" y="66167"/>
                    <a:pt x="367030" y="71120"/>
                    <a:pt x="371475" y="76454"/>
                  </a:cubicBezTo>
                  <a:cubicBezTo>
                    <a:pt x="375920" y="81788"/>
                    <a:pt x="379857" y="87249"/>
                    <a:pt x="383667" y="92964"/>
                  </a:cubicBezTo>
                  <a:cubicBezTo>
                    <a:pt x="387477" y="98679"/>
                    <a:pt x="391033" y="104521"/>
                    <a:pt x="394208" y="110617"/>
                  </a:cubicBezTo>
                  <a:cubicBezTo>
                    <a:pt x="397383" y="116713"/>
                    <a:pt x="400431" y="122809"/>
                    <a:pt x="402971" y="129159"/>
                  </a:cubicBezTo>
                  <a:cubicBezTo>
                    <a:pt x="405511" y="135509"/>
                    <a:pt x="407924" y="141986"/>
                    <a:pt x="409956" y="148463"/>
                  </a:cubicBezTo>
                  <a:cubicBezTo>
                    <a:pt x="411988" y="154940"/>
                    <a:pt x="413639" y="161671"/>
                    <a:pt x="414909" y="168402"/>
                  </a:cubicBezTo>
                  <a:cubicBezTo>
                    <a:pt x="416179" y="175133"/>
                    <a:pt x="417195" y="181864"/>
                    <a:pt x="417957" y="188722"/>
                  </a:cubicBezTo>
                  <a:cubicBezTo>
                    <a:pt x="418719" y="195580"/>
                    <a:pt x="418973" y="202438"/>
                    <a:pt x="418973" y="209296"/>
                  </a:cubicBezTo>
                  <a:close/>
                </a:path>
              </a:pathLst>
            </a:custGeom>
            <a:solidFill>
              <a:srgbClr val="E1BF75"/>
            </a:solid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13729148" y="6132522"/>
            <a:ext cx="316624" cy="243801"/>
          </a:xfrm>
          <a:custGeom>
            <a:avLst/>
            <a:gdLst/>
            <a:ahLst/>
            <a:cxnLst/>
            <a:rect r="r" b="b" t="t" l="l"/>
            <a:pathLst>
              <a:path h="243801" w="316624">
                <a:moveTo>
                  <a:pt x="0" y="0"/>
                </a:moveTo>
                <a:lnTo>
                  <a:pt x="316624" y="0"/>
                </a:lnTo>
                <a:lnTo>
                  <a:pt x="316624" y="243801"/>
                </a:lnTo>
                <a:lnTo>
                  <a:pt x="0" y="24380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2712969" y="6004663"/>
            <a:ext cx="651831" cy="371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rtl="true">
              <a:lnSpc>
                <a:spcPts val="3086"/>
              </a:lnSpc>
            </a:pPr>
            <a:r>
              <a:rPr lang="ar-EG" b="true" sz="2204">
                <a:solidFill>
                  <a:srgbClr val="A9BCAE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  <a:rtl val="true"/>
              </a:rPr>
              <a:t>مُعين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601440" y="7290837"/>
            <a:ext cx="5927834" cy="351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18"/>
              </a:lnSpc>
            </a:pPr>
            <a:r>
              <a:rPr lang="en-US" b="true" sz="2012">
                <a:solidFill>
                  <a:srgbClr val="E1BF75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</a:rPr>
              <a:t>Saheeh International v1.1.2</a:t>
            </a:r>
            <a:r>
              <a:rPr lang="en-US" sz="2012">
                <a:solidFill>
                  <a:srgbClr val="A9BCAE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          </a:t>
            </a:r>
            <a:r>
              <a:rPr lang="ar-EG" sz="2012">
                <a:solidFill>
                  <a:srgbClr val="A9BCAE"/>
                </a:solidFill>
                <a:latin typeface="IBM Plex Sans Arabic"/>
                <a:ea typeface="IBM Plex Sans Arabic"/>
                <a:cs typeface="IBM Plex Sans Arabic"/>
                <a:sym typeface="IBM Plex Sans Arabic"/>
                <a:rtl val="true"/>
              </a:rPr>
              <a:t>الترجمة المعتمدة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530401" y="6388398"/>
            <a:ext cx="6946093" cy="493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rtl="true">
              <a:lnSpc>
                <a:spcPts val="4160"/>
              </a:lnSpc>
            </a:pPr>
            <a:r>
              <a:rPr lang="ar-EG" b="true" sz="2971">
                <a:solidFill>
                  <a:srgbClr val="F5F3EE"/>
                </a:solidFill>
                <a:latin typeface="IBM Plex Sans Arabic Semi-Bold"/>
                <a:ea typeface="IBM Plex Sans Arabic Semi-Bold"/>
                <a:cs typeface="IBM Plex Sans Arabic Semi-Bold"/>
                <a:sym typeface="IBM Plex Sans Arabic Semi-Bold"/>
                <a:rtl val="true"/>
              </a:rPr>
              <a:t>ﻳﻜﺸﻒ اﻵﻳﺔ، يذكر ترجمة معتمدة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2639684" y="3800844"/>
            <a:ext cx="11609716" cy="1584660"/>
            <a:chOff x="0" y="0"/>
            <a:chExt cx="15479622" cy="2112880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14772412" y="0"/>
              <a:ext cx="707209" cy="707209"/>
              <a:chOff x="0" y="0"/>
              <a:chExt cx="419100" cy="4191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19100" cy="418973"/>
              </a:xfrm>
              <a:custGeom>
                <a:avLst/>
                <a:gdLst/>
                <a:ahLst/>
                <a:cxnLst/>
                <a:rect r="r" b="b" t="t" l="l"/>
                <a:pathLst>
                  <a:path h="418973" w="419100">
                    <a:moveTo>
                      <a:pt x="419100" y="209550"/>
                    </a:moveTo>
                    <a:cubicBezTo>
                      <a:pt x="419100" y="216408"/>
                      <a:pt x="418719" y="223266"/>
                      <a:pt x="418084" y="230124"/>
                    </a:cubicBezTo>
                    <a:cubicBezTo>
                      <a:pt x="417449" y="236982"/>
                      <a:pt x="416433" y="243713"/>
                      <a:pt x="415036" y="250444"/>
                    </a:cubicBezTo>
                    <a:cubicBezTo>
                      <a:pt x="413639" y="257175"/>
                      <a:pt x="411988" y="263779"/>
                      <a:pt x="410083" y="270383"/>
                    </a:cubicBezTo>
                    <a:cubicBezTo>
                      <a:pt x="408178" y="276987"/>
                      <a:pt x="405765" y="283464"/>
                      <a:pt x="403098" y="289687"/>
                    </a:cubicBezTo>
                    <a:cubicBezTo>
                      <a:pt x="400431" y="295910"/>
                      <a:pt x="397510" y="302260"/>
                      <a:pt x="394335" y="308229"/>
                    </a:cubicBezTo>
                    <a:cubicBezTo>
                      <a:pt x="391160" y="314198"/>
                      <a:pt x="387604" y="320167"/>
                      <a:pt x="383794" y="325882"/>
                    </a:cubicBezTo>
                    <a:cubicBezTo>
                      <a:pt x="379984" y="331597"/>
                      <a:pt x="375920" y="337058"/>
                      <a:pt x="371602" y="342392"/>
                    </a:cubicBezTo>
                    <a:cubicBezTo>
                      <a:pt x="367284" y="347726"/>
                      <a:pt x="362585" y="352806"/>
                      <a:pt x="357759" y="357632"/>
                    </a:cubicBezTo>
                    <a:cubicBezTo>
                      <a:pt x="352933" y="362458"/>
                      <a:pt x="347853" y="367157"/>
                      <a:pt x="342519" y="371475"/>
                    </a:cubicBezTo>
                    <a:cubicBezTo>
                      <a:pt x="337185" y="375793"/>
                      <a:pt x="331724" y="379857"/>
                      <a:pt x="326009" y="383667"/>
                    </a:cubicBezTo>
                    <a:cubicBezTo>
                      <a:pt x="320294" y="387477"/>
                      <a:pt x="314452" y="391033"/>
                      <a:pt x="308356" y="394208"/>
                    </a:cubicBezTo>
                    <a:cubicBezTo>
                      <a:pt x="302260" y="397383"/>
                      <a:pt x="296164" y="400431"/>
                      <a:pt x="289814" y="402971"/>
                    </a:cubicBezTo>
                    <a:cubicBezTo>
                      <a:pt x="283464" y="405511"/>
                      <a:pt x="276987" y="407924"/>
                      <a:pt x="270510" y="409956"/>
                    </a:cubicBezTo>
                    <a:cubicBezTo>
                      <a:pt x="264033" y="411988"/>
                      <a:pt x="257302" y="413639"/>
                      <a:pt x="250571" y="414909"/>
                    </a:cubicBezTo>
                    <a:cubicBezTo>
                      <a:pt x="243840" y="416179"/>
                      <a:pt x="237109" y="417195"/>
                      <a:pt x="230251" y="417957"/>
                    </a:cubicBezTo>
                    <a:cubicBezTo>
                      <a:pt x="223393" y="418719"/>
                      <a:pt x="216535" y="418973"/>
                      <a:pt x="209677" y="418973"/>
                    </a:cubicBezTo>
                    <a:cubicBezTo>
                      <a:pt x="202819" y="418973"/>
                      <a:pt x="195961" y="418592"/>
                      <a:pt x="189103" y="417957"/>
                    </a:cubicBezTo>
                    <a:cubicBezTo>
                      <a:pt x="182245" y="417322"/>
                      <a:pt x="175514" y="416306"/>
                      <a:pt x="168783" y="414909"/>
                    </a:cubicBezTo>
                    <a:cubicBezTo>
                      <a:pt x="162052" y="413512"/>
                      <a:pt x="155448" y="411861"/>
                      <a:pt x="148844" y="409956"/>
                    </a:cubicBezTo>
                    <a:cubicBezTo>
                      <a:pt x="142240" y="408051"/>
                      <a:pt x="135763" y="405638"/>
                      <a:pt x="129540" y="402971"/>
                    </a:cubicBezTo>
                    <a:cubicBezTo>
                      <a:pt x="123317" y="400304"/>
                      <a:pt x="116967" y="397383"/>
                      <a:pt x="110998" y="394208"/>
                    </a:cubicBezTo>
                    <a:cubicBezTo>
                      <a:pt x="105029" y="391033"/>
                      <a:pt x="99060" y="387477"/>
                      <a:pt x="93345" y="383667"/>
                    </a:cubicBezTo>
                    <a:cubicBezTo>
                      <a:pt x="87630" y="379857"/>
                      <a:pt x="82169" y="375793"/>
                      <a:pt x="76835" y="371475"/>
                    </a:cubicBezTo>
                    <a:cubicBezTo>
                      <a:pt x="71501" y="367157"/>
                      <a:pt x="66421" y="362585"/>
                      <a:pt x="61595" y="357632"/>
                    </a:cubicBezTo>
                    <a:cubicBezTo>
                      <a:pt x="56769" y="352679"/>
                      <a:pt x="52197" y="347726"/>
                      <a:pt x="47752" y="342392"/>
                    </a:cubicBezTo>
                    <a:cubicBezTo>
                      <a:pt x="43307" y="337058"/>
                      <a:pt x="39370" y="331597"/>
                      <a:pt x="35560" y="325882"/>
                    </a:cubicBezTo>
                    <a:cubicBezTo>
                      <a:pt x="31750" y="320167"/>
                      <a:pt x="28194" y="314325"/>
                      <a:pt x="25019" y="308229"/>
                    </a:cubicBezTo>
                    <a:cubicBezTo>
                      <a:pt x="21844" y="302133"/>
                      <a:pt x="18796" y="296037"/>
                      <a:pt x="16256" y="289687"/>
                    </a:cubicBezTo>
                    <a:cubicBezTo>
                      <a:pt x="13716" y="283337"/>
                      <a:pt x="11303" y="276860"/>
                      <a:pt x="9271" y="270383"/>
                    </a:cubicBezTo>
                    <a:cubicBezTo>
                      <a:pt x="7239" y="263906"/>
                      <a:pt x="5588" y="257175"/>
                      <a:pt x="4318" y="250444"/>
                    </a:cubicBezTo>
                    <a:cubicBezTo>
                      <a:pt x="3048" y="243713"/>
                      <a:pt x="2032" y="236982"/>
                      <a:pt x="1270" y="230124"/>
                    </a:cubicBezTo>
                    <a:cubicBezTo>
                      <a:pt x="508" y="223266"/>
                      <a:pt x="0" y="216408"/>
                      <a:pt x="0" y="209550"/>
                    </a:cubicBezTo>
                    <a:cubicBezTo>
                      <a:pt x="0" y="202692"/>
                      <a:pt x="381" y="195834"/>
                      <a:pt x="1016" y="188976"/>
                    </a:cubicBezTo>
                    <a:cubicBezTo>
                      <a:pt x="1651" y="182118"/>
                      <a:pt x="2667" y="175387"/>
                      <a:pt x="4064" y="168656"/>
                    </a:cubicBezTo>
                    <a:cubicBezTo>
                      <a:pt x="5461" y="161925"/>
                      <a:pt x="7112" y="155321"/>
                      <a:pt x="9017" y="148717"/>
                    </a:cubicBezTo>
                    <a:cubicBezTo>
                      <a:pt x="10922" y="142113"/>
                      <a:pt x="13335" y="135636"/>
                      <a:pt x="16002" y="129413"/>
                    </a:cubicBezTo>
                    <a:cubicBezTo>
                      <a:pt x="18669" y="123190"/>
                      <a:pt x="21590" y="116840"/>
                      <a:pt x="24765" y="110871"/>
                    </a:cubicBezTo>
                    <a:cubicBezTo>
                      <a:pt x="27940" y="104902"/>
                      <a:pt x="31496" y="98933"/>
                      <a:pt x="35306" y="93218"/>
                    </a:cubicBezTo>
                    <a:cubicBezTo>
                      <a:pt x="39116" y="87503"/>
                      <a:pt x="43180" y="82042"/>
                      <a:pt x="47498" y="76708"/>
                    </a:cubicBezTo>
                    <a:cubicBezTo>
                      <a:pt x="51816" y="71374"/>
                      <a:pt x="56515" y="66294"/>
                      <a:pt x="61341" y="61468"/>
                    </a:cubicBezTo>
                    <a:cubicBezTo>
                      <a:pt x="66167" y="56642"/>
                      <a:pt x="71247" y="52070"/>
                      <a:pt x="76581" y="47625"/>
                    </a:cubicBezTo>
                    <a:cubicBezTo>
                      <a:pt x="81915" y="43180"/>
                      <a:pt x="87376" y="39243"/>
                      <a:pt x="93091" y="35433"/>
                    </a:cubicBezTo>
                    <a:cubicBezTo>
                      <a:pt x="98806" y="31623"/>
                      <a:pt x="104648" y="28067"/>
                      <a:pt x="110744" y="24892"/>
                    </a:cubicBezTo>
                    <a:cubicBezTo>
                      <a:pt x="116840" y="21717"/>
                      <a:pt x="122936" y="18669"/>
                      <a:pt x="129286" y="16129"/>
                    </a:cubicBezTo>
                    <a:cubicBezTo>
                      <a:pt x="135636" y="13589"/>
                      <a:pt x="142113" y="11049"/>
                      <a:pt x="148717" y="9017"/>
                    </a:cubicBezTo>
                    <a:cubicBezTo>
                      <a:pt x="155321" y="6985"/>
                      <a:pt x="161925" y="5334"/>
                      <a:pt x="168656" y="4064"/>
                    </a:cubicBezTo>
                    <a:cubicBezTo>
                      <a:pt x="175387" y="2794"/>
                      <a:pt x="182118" y="1778"/>
                      <a:pt x="188976" y="1016"/>
                    </a:cubicBezTo>
                    <a:cubicBezTo>
                      <a:pt x="195834" y="254"/>
                      <a:pt x="202692" y="0"/>
                      <a:pt x="209550" y="0"/>
                    </a:cubicBezTo>
                    <a:cubicBezTo>
                      <a:pt x="216408" y="0"/>
                      <a:pt x="223266" y="381"/>
                      <a:pt x="230124" y="1016"/>
                    </a:cubicBezTo>
                    <a:cubicBezTo>
                      <a:pt x="236982" y="1651"/>
                      <a:pt x="243713" y="2667"/>
                      <a:pt x="250444" y="4064"/>
                    </a:cubicBezTo>
                    <a:cubicBezTo>
                      <a:pt x="257175" y="5461"/>
                      <a:pt x="263779" y="7112"/>
                      <a:pt x="270383" y="9017"/>
                    </a:cubicBezTo>
                    <a:cubicBezTo>
                      <a:pt x="276987" y="10922"/>
                      <a:pt x="283464" y="13335"/>
                      <a:pt x="289687" y="16002"/>
                    </a:cubicBezTo>
                    <a:cubicBezTo>
                      <a:pt x="295910" y="18669"/>
                      <a:pt x="302260" y="21590"/>
                      <a:pt x="308229" y="24765"/>
                    </a:cubicBezTo>
                    <a:cubicBezTo>
                      <a:pt x="314198" y="27940"/>
                      <a:pt x="320167" y="31496"/>
                      <a:pt x="325882" y="35306"/>
                    </a:cubicBezTo>
                    <a:cubicBezTo>
                      <a:pt x="331597" y="39116"/>
                      <a:pt x="337058" y="43180"/>
                      <a:pt x="342392" y="47498"/>
                    </a:cubicBezTo>
                    <a:cubicBezTo>
                      <a:pt x="347726" y="51816"/>
                      <a:pt x="352806" y="56515"/>
                      <a:pt x="357632" y="61341"/>
                    </a:cubicBezTo>
                    <a:cubicBezTo>
                      <a:pt x="362458" y="66167"/>
                      <a:pt x="367030" y="71247"/>
                      <a:pt x="371475" y="76581"/>
                    </a:cubicBezTo>
                    <a:cubicBezTo>
                      <a:pt x="375920" y="81915"/>
                      <a:pt x="379857" y="87376"/>
                      <a:pt x="383667" y="93091"/>
                    </a:cubicBezTo>
                    <a:cubicBezTo>
                      <a:pt x="387477" y="98806"/>
                      <a:pt x="391033" y="104648"/>
                      <a:pt x="394208" y="110744"/>
                    </a:cubicBezTo>
                    <a:cubicBezTo>
                      <a:pt x="397383" y="116840"/>
                      <a:pt x="400431" y="122936"/>
                      <a:pt x="402971" y="129286"/>
                    </a:cubicBezTo>
                    <a:cubicBezTo>
                      <a:pt x="405511" y="135636"/>
                      <a:pt x="407924" y="142113"/>
                      <a:pt x="409956" y="148717"/>
                    </a:cubicBezTo>
                    <a:cubicBezTo>
                      <a:pt x="411988" y="155321"/>
                      <a:pt x="413639" y="161925"/>
                      <a:pt x="414909" y="168656"/>
                    </a:cubicBezTo>
                    <a:cubicBezTo>
                      <a:pt x="416179" y="175387"/>
                      <a:pt x="417195" y="182118"/>
                      <a:pt x="417957" y="188976"/>
                    </a:cubicBezTo>
                    <a:cubicBezTo>
                      <a:pt x="418719" y="195834"/>
                      <a:pt x="418973" y="202692"/>
                      <a:pt x="418973" y="209550"/>
                    </a:cubicBezTo>
                    <a:close/>
                  </a:path>
                </a:pathLst>
              </a:custGeom>
              <a:solidFill>
                <a:srgbClr val="FFFFFF">
                  <a:alpha val="784"/>
                </a:srgbClr>
              </a:solidFill>
            </p:spPr>
          </p:sp>
        </p:grpSp>
        <p:sp>
          <p:nvSpPr>
            <p:cNvPr name="TextBox 17" id="17"/>
            <p:cNvSpPr txBox="true"/>
            <p:nvPr/>
          </p:nvSpPr>
          <p:spPr>
            <a:xfrm rot="0">
              <a:off x="14912096" y="-53975"/>
              <a:ext cx="433677" cy="71990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611"/>
                </a:lnSpc>
              </a:pPr>
              <a:r>
                <a:rPr lang="en-US" sz="3294">
                  <a:solidFill>
                    <a:srgbClr val="E9B0A0"/>
                  </a:solidFill>
                  <a:latin typeface="Arimo"/>
                  <a:ea typeface="Arimo"/>
                  <a:cs typeface="Arimo"/>
                  <a:sym typeface="Arimo"/>
                </a:rPr>
                <a:t>✕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9345770" y="95305"/>
              <a:ext cx="5076654" cy="4784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 rtl="true">
                <a:lnSpc>
                  <a:spcPts val="3056"/>
                </a:lnSpc>
              </a:pPr>
              <a:r>
                <a:rPr lang="ar-EG" sz="2183">
                  <a:solidFill>
                    <a:srgbClr val="A9BCAE"/>
                  </a:solidFill>
                  <a:latin typeface="IBM Plex Sans Arabic"/>
                  <a:ea typeface="IBM Plex Sans Arabic"/>
                  <a:cs typeface="IBM Plex Sans Arabic"/>
                  <a:sym typeface="IBM Plex Sans Arabic"/>
                  <a:rtl val="true"/>
                </a:rPr>
                <a:t>مترجم عام:</a:t>
              </a:r>
              <a:r>
                <a:rPr lang="ar-EG" b="true" sz="2183">
                  <a:solidFill>
                    <a:srgbClr val="A9BCAE"/>
                  </a:solidFill>
                  <a:latin typeface="IBM Plex Sans Arabic Bold"/>
                  <a:ea typeface="IBM Plex Sans Arabic Bold"/>
                  <a:cs typeface="IBM Plex Sans Arabic Bold"/>
                  <a:sym typeface="IBM Plex Sans Arabic Bold"/>
                  <a:rtl val="true"/>
                </a:rPr>
                <a:t> </a:t>
              </a:r>
              <a:r>
                <a:rPr lang="ar-EG" b="true" sz="2183">
                  <a:solidFill>
                    <a:srgbClr val="A9BCAE"/>
                  </a:solidFill>
                  <a:latin typeface="IBM Plex Sans Arabic Bold"/>
                  <a:ea typeface="IBM Plex Sans Arabic Bold"/>
                  <a:cs typeface="IBM Plex Sans Arabic Bold"/>
                  <a:sym typeface="IBM Plex Sans Arabic Bold"/>
                  <a:rtl val="true"/>
                </a:rPr>
                <a:t>لا تأخذه سِنة ولا نوم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0" y="1531091"/>
              <a:ext cx="14381531" cy="5817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rtl="true">
                <a:lnSpc>
                  <a:spcPts val="3739"/>
                </a:lnSpc>
              </a:pPr>
              <a:r>
                <a:rPr lang="ar-EG" b="true" sz="2671">
                  <a:solidFill>
                    <a:srgbClr val="E1BF75"/>
                  </a:solidFill>
                  <a:latin typeface="IBM Plex Sans Arabic Bold"/>
                  <a:ea typeface="IBM Plex Sans Arabic Bold"/>
                  <a:cs typeface="IBM Plex Sans Arabic Bold"/>
                  <a:sym typeface="IBM Plex Sans Arabic Bold"/>
                  <a:rtl val="true"/>
                </a:rPr>
                <a:t>سِنة</a:t>
              </a:r>
              <a:r>
                <a:rPr lang="ar-EG" sz="2671">
                  <a:solidFill>
                    <a:srgbClr val="A9BCAE"/>
                  </a:solidFill>
                  <a:latin typeface="IBM Plex Sans Arabic"/>
                  <a:ea typeface="IBM Plex Sans Arabic"/>
                  <a:cs typeface="IBM Plex Sans Arabic"/>
                  <a:sym typeface="IBM Plex Sans Arabic"/>
                  <a:rtl val="true"/>
                </a:rPr>
                <a:t> = النعاس. ﻗﺮأﻫﺎ اﻟﻨﻤﻮذج </a:t>
              </a:r>
              <a:r>
                <a:rPr lang="ar-EG" b="true" sz="2671">
                  <a:solidFill>
                    <a:srgbClr val="E1BF75"/>
                  </a:solidFill>
                  <a:latin typeface="IBM Plex Sans Arabic Bold"/>
                  <a:ea typeface="IBM Plex Sans Arabic Bold"/>
                  <a:cs typeface="IBM Plex Sans Arabic Bold"/>
                  <a:sym typeface="IBM Plex Sans Arabic Bold"/>
                  <a:rtl val="true"/>
                </a:rPr>
                <a:t>سَنة 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6545285" y="773811"/>
              <a:ext cx="8146859" cy="6985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46"/>
                </a:lnSpc>
              </a:pPr>
              <a:r>
                <a:rPr lang="en-US" b="true" sz="3033" i="true">
                  <a:solidFill>
                    <a:srgbClr val="F5F3EE">
                      <a:alpha val="91765"/>
                    </a:srgbClr>
                  </a:solidFill>
                  <a:latin typeface="IBM Plex Sans Arabic Semi-Bold"/>
                  <a:ea typeface="IBM Plex Sans Arabic Semi-Bold"/>
                  <a:cs typeface="IBM Plex Sans Arabic Semi-Bold"/>
                  <a:sym typeface="IBM Plex Sans Arabic Semi-Bold"/>
                </a:rPr>
                <a:t>“It doesn’t take a year or a night.”</a:t>
              </a:r>
            </a:p>
          </p:txBody>
        </p:sp>
      </p:grp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63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3503" y="-63503"/>
            <a:ext cx="15366997" cy="8699497"/>
          </a:xfrm>
          <a:custGeom>
            <a:avLst/>
            <a:gdLst/>
            <a:ahLst/>
            <a:cxnLst/>
            <a:rect r="r" b="b" t="t" l="l"/>
            <a:pathLst>
              <a:path h="8699497" w="15366997">
                <a:moveTo>
                  <a:pt x="0" y="0"/>
                </a:moveTo>
                <a:lnTo>
                  <a:pt x="15366997" y="0"/>
                </a:lnTo>
                <a:lnTo>
                  <a:pt x="15366997" y="8699497"/>
                </a:lnTo>
                <a:lnTo>
                  <a:pt x="0" y="86994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90600" y="457200"/>
            <a:ext cx="771525" cy="476250"/>
            <a:chOff x="0" y="0"/>
            <a:chExt cx="1028700" cy="635000"/>
          </a:xfrm>
        </p:grpSpPr>
        <p:sp>
          <p:nvSpPr>
            <p:cNvPr name="Freeform 4" id="4" descr="هاكاثون هداية"/>
            <p:cNvSpPr/>
            <p:nvPr/>
          </p:nvSpPr>
          <p:spPr>
            <a:xfrm flipH="false" flipV="false" rot="0">
              <a:off x="0" y="0"/>
              <a:ext cx="1028700" cy="635000"/>
            </a:xfrm>
            <a:custGeom>
              <a:avLst/>
              <a:gdLst/>
              <a:ahLst/>
              <a:cxnLst/>
              <a:rect r="r" b="b" t="t" l="l"/>
              <a:pathLst>
                <a:path h="635000" w="1028700">
                  <a:moveTo>
                    <a:pt x="0" y="0"/>
                  </a:moveTo>
                  <a:lnTo>
                    <a:pt x="1028700" y="0"/>
                  </a:lnTo>
                  <a:lnTo>
                    <a:pt x="1028700" y="635000"/>
                  </a:lnTo>
                  <a:lnTo>
                    <a:pt x="0" y="635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6526635" y="5531987"/>
            <a:ext cx="82544" cy="4848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b="true" sz="2700">
                <a:solidFill>
                  <a:srgbClr val="F5F3EE"/>
                </a:solidFill>
                <a:latin typeface="IBM Plex Sans Arabic Medium"/>
                <a:ea typeface="IBM Plex Sans Arabic Medium"/>
                <a:cs typeface="IBM Plex Sans Arabic Medium"/>
                <a:sym typeface="IBM Plex Sans Arabic Medium"/>
              </a:rPr>
              <a:t>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459398" y="3135103"/>
            <a:ext cx="6321203" cy="2064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rtl="true">
              <a:lnSpc>
                <a:spcPts val="16859"/>
              </a:lnSpc>
            </a:pPr>
            <a:r>
              <a:rPr lang="ar-EG" b="true" sz="12042">
                <a:solidFill>
                  <a:srgbClr val="E1BF75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  <a:rtl val="true"/>
              </a:rPr>
              <a:t>الأثر المتوقع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028825" y="695325"/>
            <a:ext cx="10791825" cy="9525"/>
            <a:chOff x="0" y="0"/>
            <a:chExt cx="10791825" cy="95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791825" cy="9525"/>
            </a:xfrm>
            <a:custGeom>
              <a:avLst/>
              <a:gdLst/>
              <a:ahLst/>
              <a:cxnLst/>
              <a:rect r="r" b="b" t="t" l="l"/>
              <a:pathLst>
                <a:path h="9525" w="10791825">
                  <a:moveTo>
                    <a:pt x="0" y="9525"/>
                  </a:moveTo>
                  <a:lnTo>
                    <a:pt x="0" y="0"/>
                  </a:lnTo>
                  <a:lnTo>
                    <a:pt x="10791825" y="0"/>
                  </a:lnTo>
                  <a:lnTo>
                    <a:pt x="10791825" y="9525"/>
                  </a:lnTo>
                  <a:close/>
                </a:path>
              </a:pathLst>
            </a:custGeom>
            <a:solidFill>
              <a:srgbClr val="8A6516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3049822" y="324888"/>
            <a:ext cx="1233268" cy="767296"/>
          </a:xfrm>
          <a:custGeom>
            <a:avLst/>
            <a:gdLst/>
            <a:ahLst/>
            <a:cxnLst/>
            <a:rect r="r" b="b" t="t" l="l"/>
            <a:pathLst>
              <a:path h="767296" w="1233268">
                <a:moveTo>
                  <a:pt x="0" y="0"/>
                </a:moveTo>
                <a:lnTo>
                  <a:pt x="1233268" y="0"/>
                </a:lnTo>
                <a:lnTo>
                  <a:pt x="1233268" y="767296"/>
                </a:lnTo>
                <a:lnTo>
                  <a:pt x="0" y="7672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990600" y="457200"/>
            <a:ext cx="771525" cy="476250"/>
            <a:chOff x="0" y="0"/>
            <a:chExt cx="1028700" cy="635000"/>
          </a:xfrm>
        </p:grpSpPr>
        <p:sp>
          <p:nvSpPr>
            <p:cNvPr name="Freeform 6" id="6" descr="هاكاثون هداية"/>
            <p:cNvSpPr/>
            <p:nvPr/>
          </p:nvSpPr>
          <p:spPr>
            <a:xfrm flipH="false" flipV="false" rot="0">
              <a:off x="0" y="0"/>
              <a:ext cx="1028700" cy="635000"/>
            </a:xfrm>
            <a:custGeom>
              <a:avLst/>
              <a:gdLst/>
              <a:ahLst/>
              <a:cxnLst/>
              <a:rect r="r" b="b" t="t" l="l"/>
              <a:pathLst>
                <a:path h="635000" w="1028700">
                  <a:moveTo>
                    <a:pt x="0" y="0"/>
                  </a:moveTo>
                  <a:lnTo>
                    <a:pt x="1028700" y="0"/>
                  </a:lnTo>
                  <a:lnTo>
                    <a:pt x="1028700" y="635000"/>
                  </a:lnTo>
                  <a:lnTo>
                    <a:pt x="0" y="635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857250" y="4061410"/>
            <a:ext cx="13391934" cy="9621"/>
            <a:chOff x="0" y="0"/>
            <a:chExt cx="13258800" cy="952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3258800" cy="9525"/>
            </a:xfrm>
            <a:custGeom>
              <a:avLst/>
              <a:gdLst/>
              <a:ahLst/>
              <a:cxnLst/>
              <a:rect r="r" b="b" t="t" l="l"/>
              <a:pathLst>
                <a:path h="9525" w="13258800">
                  <a:moveTo>
                    <a:pt x="0" y="0"/>
                  </a:moveTo>
                  <a:lnTo>
                    <a:pt x="13258800" y="0"/>
                  </a:lnTo>
                  <a:lnTo>
                    <a:pt x="13258800" y="9525"/>
                  </a:lnTo>
                  <a:lnTo>
                    <a:pt x="0" y="9525"/>
                  </a:lnTo>
                  <a:close/>
                </a:path>
              </a:pathLst>
            </a:custGeom>
            <a:solidFill>
              <a:srgbClr val="C0912D">
                <a:alpha val="7451"/>
              </a:srgbClr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857250" y="5797008"/>
            <a:ext cx="13391934" cy="9621"/>
            <a:chOff x="0" y="0"/>
            <a:chExt cx="13258800" cy="952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3258800" cy="9525"/>
            </a:xfrm>
            <a:custGeom>
              <a:avLst/>
              <a:gdLst/>
              <a:ahLst/>
              <a:cxnLst/>
              <a:rect r="r" b="b" t="t" l="l"/>
              <a:pathLst>
                <a:path h="9525" w="13258800">
                  <a:moveTo>
                    <a:pt x="0" y="0"/>
                  </a:moveTo>
                  <a:lnTo>
                    <a:pt x="13258800" y="0"/>
                  </a:lnTo>
                  <a:lnTo>
                    <a:pt x="13258800" y="9525"/>
                  </a:lnTo>
                  <a:lnTo>
                    <a:pt x="0" y="9525"/>
                  </a:lnTo>
                  <a:close/>
                </a:path>
              </a:pathLst>
            </a:custGeom>
            <a:solidFill>
              <a:srgbClr val="C0912D">
                <a:alpha val="7451"/>
              </a:srgbClr>
            </a:solid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12939944" y="6135996"/>
            <a:ext cx="1646963" cy="684715"/>
          </a:xfrm>
          <a:custGeom>
            <a:avLst/>
            <a:gdLst/>
            <a:ahLst/>
            <a:cxnLst/>
            <a:rect r="r" b="b" t="t" l="l"/>
            <a:pathLst>
              <a:path h="684715" w="1646963">
                <a:moveTo>
                  <a:pt x="0" y="0"/>
                </a:moveTo>
                <a:lnTo>
                  <a:pt x="1646963" y="0"/>
                </a:lnTo>
                <a:lnTo>
                  <a:pt x="1646963" y="684715"/>
                </a:lnTo>
                <a:lnTo>
                  <a:pt x="0" y="68471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3265" t="-63901" r="-26002" b="-60497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2820650" y="4301395"/>
            <a:ext cx="2037711" cy="1227851"/>
          </a:xfrm>
          <a:custGeom>
            <a:avLst/>
            <a:gdLst/>
            <a:ahLst/>
            <a:cxnLst/>
            <a:rect r="r" b="b" t="t" l="l"/>
            <a:pathLst>
              <a:path h="1227851" w="2037711">
                <a:moveTo>
                  <a:pt x="0" y="0"/>
                </a:moveTo>
                <a:lnTo>
                  <a:pt x="2037711" y="0"/>
                </a:lnTo>
                <a:lnTo>
                  <a:pt x="2037711" y="1227851"/>
                </a:lnTo>
                <a:lnTo>
                  <a:pt x="0" y="122785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1935246" y="3175729"/>
            <a:ext cx="709978" cy="523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rtl="true">
              <a:lnSpc>
                <a:spcPts val="4242"/>
              </a:lnSpc>
            </a:pPr>
            <a:r>
              <a:rPr lang="ar-EG" b="true" sz="3030">
                <a:solidFill>
                  <a:srgbClr val="8A6516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  <a:rtl val="true"/>
              </a:rPr>
              <a:t>ﻟﻠﺰاﺋﺮ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902961" y="6160361"/>
            <a:ext cx="1761313" cy="523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rtl="true">
              <a:lnSpc>
                <a:spcPts val="4242"/>
              </a:lnSpc>
            </a:pPr>
            <a:r>
              <a:rPr lang="ar-EG" b="true" sz="3030" spc="9">
                <a:solidFill>
                  <a:srgbClr val="8A6516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  <a:rtl val="true"/>
              </a:rPr>
              <a:t>ﻟﺮؤﻳﺔ</a:t>
            </a:r>
            <a:r>
              <a:rPr lang="en-US" b="true" sz="3030" spc="9">
                <a:solidFill>
                  <a:srgbClr val="8A6516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</a:rPr>
              <a:t>2030</a:t>
            </a:r>
            <a:r>
              <a:rPr lang="ar-EG" b="true" sz="3030" spc="9">
                <a:solidFill>
                  <a:srgbClr val="8A6516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  <a:rtl val="true"/>
              </a:rPr>
              <a:t>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576747" y="4620421"/>
            <a:ext cx="1087528" cy="523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rtl="true">
              <a:lnSpc>
                <a:spcPts val="4242"/>
              </a:lnSpc>
            </a:pPr>
            <a:r>
              <a:rPr lang="ar-EG" b="true" sz="3030">
                <a:solidFill>
                  <a:srgbClr val="8A6516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  <a:rtl val="true"/>
              </a:rPr>
              <a:t>ﻟﻠﺮﺋﺎﺳﺔ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423486" y="5952584"/>
            <a:ext cx="7284159" cy="824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4062"/>
              </a:lnSpc>
            </a:pPr>
            <a:r>
              <a:rPr lang="ar-EG" b="true" sz="2348">
                <a:solidFill>
                  <a:srgbClr val="1B2A20"/>
                </a:solidFill>
                <a:latin typeface="IBM Plex Sans Arabic Medium"/>
                <a:ea typeface="IBM Plex Sans Arabic Medium"/>
                <a:cs typeface="IBM Plex Sans Arabic Medium"/>
                <a:sym typeface="IBM Plex Sans Arabic Medium"/>
                <a:rtl val="true"/>
              </a:rPr>
              <a:t>دعم هدف زيادة عدد المعتمرين إلى</a:t>
            </a:r>
            <a:r>
              <a:rPr lang="en-US" b="true" sz="2348">
                <a:solidFill>
                  <a:srgbClr val="1B2A20"/>
                </a:solidFill>
                <a:latin typeface="IBM Plex Sans Arabic Medium"/>
                <a:ea typeface="IBM Plex Sans Arabic Medium"/>
                <a:cs typeface="IBM Plex Sans Arabic Medium"/>
                <a:sym typeface="IBM Plex Sans Arabic Medium"/>
              </a:rPr>
              <a:t>30</a:t>
            </a:r>
            <a:r>
              <a:rPr lang="ar-EG" b="true" sz="2348">
                <a:solidFill>
                  <a:srgbClr val="1B2A20"/>
                </a:solidFill>
                <a:latin typeface="IBM Plex Sans Arabic Medium"/>
                <a:ea typeface="IBM Plex Sans Arabic Medium"/>
                <a:cs typeface="IBM Plex Sans Arabic Medium"/>
                <a:sym typeface="IBM Plex Sans Arabic Medium"/>
                <a:rtl val="true"/>
              </a:rPr>
              <a:t> </a:t>
            </a:r>
            <a:r>
              <a:rPr lang="ar-EG" b="true" sz="2348">
                <a:solidFill>
                  <a:srgbClr val="1B2A20"/>
                </a:solidFill>
                <a:latin typeface="IBM Plex Sans Arabic Medium"/>
                <a:ea typeface="IBM Plex Sans Arabic Medium"/>
                <a:cs typeface="IBM Plex Sans Arabic Medium"/>
                <a:sym typeface="IBM Plex Sans Arabic Medium"/>
                <a:rtl val="true"/>
              </a:rPr>
              <a:t>ﻣﻠﻴﻮن ﻣﻌﺘﻤﺮ ﺑﺤﻠﻮل </a:t>
            </a:r>
            <a:r>
              <a:rPr lang="en-US" b="true" sz="2348">
                <a:solidFill>
                  <a:srgbClr val="1B2A20"/>
                </a:solidFill>
                <a:latin typeface="IBM Plex Sans Arabic Medium"/>
                <a:ea typeface="IBM Plex Sans Arabic Medium"/>
                <a:cs typeface="IBM Plex Sans Arabic Medium"/>
                <a:sym typeface="IBM Plex Sans Arabic Medium"/>
              </a:rPr>
              <a:t>2030</a:t>
            </a:r>
          </a:p>
          <a:p>
            <a:pPr algn="just" rtl="true">
              <a:lnSpc>
                <a:spcPts val="2490"/>
              </a:lnSpc>
            </a:pPr>
            <a:r>
              <a:rPr lang="ar-EG" b="true" sz="1439">
                <a:solidFill>
                  <a:srgbClr val="5D6B62"/>
                </a:solidFill>
                <a:latin typeface="IBM Plex Sans Arabic Medium"/>
                <a:ea typeface="IBM Plex Sans Arabic Medium"/>
                <a:cs typeface="IBM Plex Sans Arabic Medium"/>
                <a:sym typeface="IBM Plex Sans Arabic Medium"/>
                <a:rtl val="true"/>
              </a:rPr>
              <a:t>اﻟﻤﺼﺪر: </a:t>
            </a:r>
            <a:r>
              <a:rPr lang="ar-EG" b="true" sz="1439" u="sng">
                <a:solidFill>
                  <a:srgbClr val="5D6B62"/>
                </a:solidFill>
                <a:latin typeface="IBM Plex Sans Arabic Medium"/>
                <a:ea typeface="IBM Plex Sans Arabic Medium"/>
                <a:cs typeface="IBM Plex Sans Arabic Medium"/>
                <a:sym typeface="IBM Plex Sans Arabic Medium"/>
                <a:hlinkClick r:id="rId7" tooltip="https://www.vision2030.gov.sa/v2030/"/>
                <a:rtl val="true"/>
              </a:rPr>
              <a:t>ﺑﺮﻧﺎﻣﺞ ﺧﺪﻣﺔ ﺿﻴﻮف اﻟﺮﺣﻤﻦ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749054" y="3286195"/>
            <a:ext cx="5955813" cy="397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rtl="true">
              <a:lnSpc>
                <a:spcPts val="3287"/>
              </a:lnSpc>
            </a:pPr>
            <a:r>
              <a:rPr lang="ar-EG" b="true" sz="2348">
                <a:solidFill>
                  <a:srgbClr val="1B2A20"/>
                </a:solidFill>
                <a:latin typeface="IBM Plex Sans Arabic Medium"/>
                <a:ea typeface="IBM Plex Sans Arabic Medium"/>
                <a:cs typeface="IBM Plex Sans Arabic Medium"/>
                <a:sym typeface="IBM Plex Sans Arabic Medium"/>
                <a:rtl val="true"/>
              </a:rPr>
              <a:t>ﻳﺤﴬ ﺣﻠﻘﺔ عِلم</a:t>
            </a:r>
            <a:r>
              <a:rPr lang="ar-EG" b="true" sz="2348">
                <a:solidFill>
                  <a:srgbClr val="1B2A20"/>
                </a:solidFill>
                <a:latin typeface="IBM Plex Sans Arabic Medium"/>
                <a:ea typeface="IBM Plex Sans Arabic Medium"/>
                <a:cs typeface="IBM Plex Sans Arabic Medium"/>
                <a:sym typeface="IBM Plex Sans Arabic Medium"/>
                <a:rtl val="true"/>
              </a:rPr>
              <a:t> ﰲ اﻟﺤﺮم وﻳﻔﻬﻤﻬﺎ </a:t>
            </a:r>
            <a:r>
              <a:rPr lang="ar-EG" b="true" sz="2348">
                <a:solidFill>
                  <a:srgbClr val="C0912D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  <a:rtl val="true"/>
              </a:rPr>
              <a:t> </a:t>
            </a:r>
            <a:r>
              <a:rPr lang="ar-EG" b="true" sz="2348">
                <a:solidFill>
                  <a:srgbClr val="8A6516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  <a:rtl val="true"/>
              </a:rPr>
              <a:t>من أول ﻣﺮة</a:t>
            </a:r>
            <a:r>
              <a:rPr lang="ar-EG" b="true" sz="2348">
                <a:solidFill>
                  <a:srgbClr val="1B2A20"/>
                </a:solidFill>
                <a:latin typeface="IBM Plex Sans Arabic Medium"/>
                <a:ea typeface="IBM Plex Sans Arabic Medium"/>
                <a:cs typeface="IBM Plex Sans Arabic Medium"/>
                <a:sym typeface="IBM Plex Sans Arabic Medium"/>
                <a:rtl val="true"/>
              </a:rPr>
              <a:t>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498590" y="4684165"/>
            <a:ext cx="8206276" cy="401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3287"/>
              </a:lnSpc>
            </a:pPr>
            <a:r>
              <a:rPr lang="ar-EG" b="true" sz="2348">
                <a:solidFill>
                  <a:srgbClr val="1B2A20"/>
                </a:solidFill>
                <a:latin typeface="IBM Plex Sans Arabic Medium"/>
                <a:ea typeface="IBM Plex Sans Arabic Medium"/>
                <a:cs typeface="IBM Plex Sans Arabic Medium"/>
                <a:sym typeface="IBM Plex Sans Arabic Medium"/>
                <a:rtl val="true"/>
              </a:rPr>
              <a:t>تغطية الدروس خارج الجدول المعتمد دون الحاجة لمترجمين إضافيين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63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خلفية"/>
          <p:cNvSpPr/>
          <p:nvPr/>
        </p:nvSpPr>
        <p:spPr>
          <a:xfrm flipH="false" flipV="false" rot="0">
            <a:off x="-63503" y="-63503"/>
            <a:ext cx="15366997" cy="8699497"/>
          </a:xfrm>
          <a:custGeom>
            <a:avLst/>
            <a:gdLst/>
            <a:ahLst/>
            <a:cxnLst/>
            <a:rect r="r" b="b" t="t" l="l"/>
            <a:pathLst>
              <a:path h="8699497" w="15366997">
                <a:moveTo>
                  <a:pt x="0" y="0"/>
                </a:moveTo>
                <a:lnTo>
                  <a:pt x="15366997" y="0"/>
                </a:lnTo>
                <a:lnTo>
                  <a:pt x="15366997" y="8699497"/>
                </a:lnTo>
                <a:lnTo>
                  <a:pt x="0" y="86994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 descr="هاكاثون هداية"/>
          <p:cNvSpPr/>
          <p:nvPr/>
        </p:nvSpPr>
        <p:spPr>
          <a:xfrm flipH="false" flipV="false" rot="0">
            <a:off x="990600" y="457200"/>
            <a:ext cx="771525" cy="476250"/>
          </a:xfrm>
          <a:custGeom>
            <a:avLst/>
            <a:gdLst/>
            <a:ahLst/>
            <a:cxnLst/>
            <a:rect r="r" b="b" t="t" l="l"/>
            <a:pathLst>
              <a:path h="476250" w="771525">
                <a:moveTo>
                  <a:pt x="0" y="0"/>
                </a:moveTo>
                <a:lnTo>
                  <a:pt x="771525" y="0"/>
                </a:lnTo>
                <a:lnTo>
                  <a:pt x="771525" y="476250"/>
                </a:lnTo>
                <a:lnTo>
                  <a:pt x="0" y="4762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18" r="0" b="-118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990600" y="2419357"/>
            <a:ext cx="13258800" cy="3505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16800"/>
              </a:lnSpc>
            </a:pPr>
            <a:r>
              <a:rPr lang="ar-EG" b="true" sz="12000">
                <a:solidFill>
                  <a:srgbClr val="E1BF75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  <a:rtl val="true"/>
              </a:rPr>
              <a:t>الاستدامة </a:t>
            </a:r>
          </a:p>
          <a:p>
            <a:pPr algn="ctr" rtl="true">
              <a:lnSpc>
                <a:spcPts val="6000"/>
              </a:lnSpc>
            </a:pPr>
            <a:r>
              <a:rPr lang="ar-EG" b="true" sz="12000">
                <a:solidFill>
                  <a:srgbClr val="E1BF75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  <a:rtl val="true"/>
              </a:rPr>
              <a:t>والبرمجيات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028825" y="695325"/>
            <a:ext cx="10791825" cy="9525"/>
            <a:chOff x="0" y="0"/>
            <a:chExt cx="14389100" cy="127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389100" cy="12700"/>
            </a:xfrm>
            <a:custGeom>
              <a:avLst/>
              <a:gdLst/>
              <a:ahLst/>
              <a:cxnLst/>
              <a:rect r="r" b="b" t="t" l="l"/>
              <a:pathLst>
                <a:path h="12700" w="14389100">
                  <a:moveTo>
                    <a:pt x="0" y="12700"/>
                  </a:moveTo>
                  <a:lnTo>
                    <a:pt x="0" y="0"/>
                  </a:lnTo>
                  <a:lnTo>
                    <a:pt x="14389100" y="0"/>
                  </a:lnTo>
                  <a:lnTo>
                    <a:pt x="14389100" y="12700"/>
                  </a:lnTo>
                  <a:close/>
                </a:path>
              </a:pathLst>
            </a:custGeom>
            <a:solidFill>
              <a:srgbClr val="8A651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4389100" cy="50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5" id="5" descr="هاكاثون هداية"/>
          <p:cNvSpPr/>
          <p:nvPr/>
        </p:nvSpPr>
        <p:spPr>
          <a:xfrm flipH="false" flipV="false" rot="0">
            <a:off x="990600" y="457200"/>
            <a:ext cx="771525" cy="476250"/>
          </a:xfrm>
          <a:custGeom>
            <a:avLst/>
            <a:gdLst/>
            <a:ahLst/>
            <a:cxnLst/>
            <a:rect r="r" b="b" t="t" l="l"/>
            <a:pathLst>
              <a:path h="476250" w="771525">
                <a:moveTo>
                  <a:pt x="0" y="0"/>
                </a:moveTo>
                <a:lnTo>
                  <a:pt x="771525" y="0"/>
                </a:lnTo>
                <a:lnTo>
                  <a:pt x="771525" y="476250"/>
                </a:lnTo>
                <a:lnTo>
                  <a:pt x="0" y="4762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18" r="0" b="-118"/>
            </a:stretch>
          </a:blipFill>
        </p:spPr>
      </p:sp>
      <p:sp>
        <p:nvSpPr>
          <p:cNvPr name="Freeform 6" id="6" descr="شعار مُعين"/>
          <p:cNvSpPr/>
          <p:nvPr/>
        </p:nvSpPr>
        <p:spPr>
          <a:xfrm flipH="false" flipV="false" rot="0">
            <a:off x="13049822" y="324888"/>
            <a:ext cx="1233268" cy="767296"/>
          </a:xfrm>
          <a:custGeom>
            <a:avLst/>
            <a:gdLst/>
            <a:ahLst/>
            <a:cxnLst/>
            <a:rect r="r" b="b" t="t" l="l"/>
            <a:pathLst>
              <a:path h="767296" w="1233268">
                <a:moveTo>
                  <a:pt x="0" y="0"/>
                </a:moveTo>
                <a:lnTo>
                  <a:pt x="1233268" y="0"/>
                </a:lnTo>
                <a:lnTo>
                  <a:pt x="1233268" y="767296"/>
                </a:lnTo>
                <a:lnTo>
                  <a:pt x="0" y="76729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291" t="0" r="-291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1201400" y="2873978"/>
            <a:ext cx="2928824" cy="2745772"/>
            <a:chOff x="0" y="0"/>
            <a:chExt cx="3905098" cy="3661030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3905098" cy="3661030"/>
              <a:chOff x="0" y="0"/>
              <a:chExt cx="4064000" cy="38100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4064000" cy="3810000"/>
              </a:xfrm>
              <a:custGeom>
                <a:avLst/>
                <a:gdLst/>
                <a:ahLst/>
                <a:cxnLst/>
                <a:rect r="r" b="b" t="t" l="l"/>
                <a:pathLst>
                  <a:path h="3810000" w="4064000">
                    <a:moveTo>
                      <a:pt x="228600" y="0"/>
                    </a:moveTo>
                    <a:lnTo>
                      <a:pt x="3835400" y="0"/>
                    </a:lnTo>
                    <a:cubicBezTo>
                      <a:pt x="3961652" y="0"/>
                      <a:pt x="4064000" y="102348"/>
                      <a:pt x="4064000" y="228600"/>
                    </a:cubicBezTo>
                    <a:lnTo>
                      <a:pt x="4064000" y="3581400"/>
                    </a:lnTo>
                    <a:cubicBezTo>
                      <a:pt x="4064000" y="3707652"/>
                      <a:pt x="3961652" y="3810000"/>
                      <a:pt x="3835400" y="3810000"/>
                    </a:cubicBezTo>
                    <a:lnTo>
                      <a:pt x="228600" y="3810000"/>
                    </a:lnTo>
                    <a:cubicBezTo>
                      <a:pt x="102348" y="3810000"/>
                      <a:pt x="0" y="3707652"/>
                      <a:pt x="0" y="3581400"/>
                    </a:cubicBezTo>
                    <a:lnTo>
                      <a:pt x="0" y="228600"/>
                    </a:lnTo>
                    <a:cubicBezTo>
                      <a:pt x="0" y="102348"/>
                      <a:pt x="102348" y="0"/>
                      <a:pt x="228600" y="0"/>
                    </a:cubicBezTo>
                    <a:close/>
                  </a:path>
                </a:pathLst>
              </a:custGeom>
              <a:solidFill>
                <a:srgbClr val="EFEBE1"/>
              </a:solidFill>
              <a:ln w="9525" cap="sq">
                <a:solidFill>
                  <a:srgbClr val="D9C9A4"/>
                </a:solidFill>
                <a:prstDash val="solid"/>
                <a:miter/>
              </a:ln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38100"/>
                <a:ext cx="4064000" cy="3848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1" id="11"/>
            <p:cNvSpPr txBox="true"/>
            <p:nvPr/>
          </p:nvSpPr>
          <p:spPr>
            <a:xfrm rot="0">
              <a:off x="292882" y="337528"/>
              <a:ext cx="3319334" cy="3409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rtl="true">
                <a:lnSpc>
                  <a:spcPts val="2219"/>
                </a:lnSpc>
              </a:pPr>
              <a:r>
                <a:rPr lang="ar-EG" b="true" sz="1585">
                  <a:solidFill>
                    <a:srgbClr val="8A6516"/>
                  </a:solidFill>
                  <a:latin typeface="IBM Plex Sans Arabic Bold"/>
                  <a:ea typeface="IBM Plex Sans Arabic Bold"/>
                  <a:cs typeface="IBM Plex Sans Arabic Bold"/>
                  <a:sym typeface="IBM Plex Sans Arabic Bold"/>
                  <a:rtl val="true"/>
                </a:rPr>
                <a:t>تكلفة التشغيل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292882" y="839057"/>
              <a:ext cx="3319334" cy="82796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rtl="true">
                <a:lnSpc>
                  <a:spcPts val="5246"/>
                </a:lnSpc>
              </a:pPr>
              <a:r>
                <a:rPr lang="ar-EG" b="true" sz="3747">
                  <a:solidFill>
                    <a:srgbClr val="C0912D"/>
                  </a:solidFill>
                  <a:latin typeface="IBM Plex Sans Arabic Bold"/>
                  <a:ea typeface="IBM Plex Sans Arabic Bold"/>
                  <a:cs typeface="IBM Plex Sans Arabic Bold"/>
                  <a:sym typeface="IBM Plex Sans Arabic Bold"/>
                  <a:rtl val="true"/>
                </a:rPr>
                <a:t>منخفضة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292882" y="2017433"/>
              <a:ext cx="3319334" cy="9773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rtl="true">
                <a:lnSpc>
                  <a:spcPts val="3098"/>
                </a:lnSpc>
              </a:pPr>
              <a:r>
                <a:rPr lang="ar-EG" sz="2065">
                  <a:solidFill>
                    <a:srgbClr val="5D6B62"/>
                  </a:solidFill>
                  <a:latin typeface="IBM Plex Sans Arabic"/>
                  <a:ea typeface="IBM Plex Sans Arabic"/>
                  <a:cs typeface="IBM Plex Sans Arabic"/>
                  <a:sym typeface="IBM Plex Sans Arabic"/>
                  <a:rtl val="true"/>
                </a:rPr>
                <a:t>لا إنترنت لا لموظفين جُدد، ولا إشتراكات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04850" y="2834939"/>
            <a:ext cx="2911772" cy="2795275"/>
            <a:chOff x="0" y="0"/>
            <a:chExt cx="3882363" cy="3727034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3882363" cy="3727034"/>
              <a:chOff x="0" y="0"/>
              <a:chExt cx="4064000" cy="3901404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064000" cy="3901404"/>
              </a:xfrm>
              <a:custGeom>
                <a:avLst/>
                <a:gdLst/>
                <a:ahLst/>
                <a:cxnLst/>
                <a:rect r="r" b="b" t="t" l="l"/>
                <a:pathLst>
                  <a:path h="3901404" w="4064000">
                    <a:moveTo>
                      <a:pt x="228600" y="0"/>
                    </a:moveTo>
                    <a:lnTo>
                      <a:pt x="3835400" y="0"/>
                    </a:lnTo>
                    <a:cubicBezTo>
                      <a:pt x="3961652" y="0"/>
                      <a:pt x="4064000" y="102348"/>
                      <a:pt x="4064000" y="228600"/>
                    </a:cubicBezTo>
                    <a:lnTo>
                      <a:pt x="4064000" y="3672804"/>
                    </a:lnTo>
                    <a:cubicBezTo>
                      <a:pt x="4064000" y="3799056"/>
                      <a:pt x="3961652" y="3901404"/>
                      <a:pt x="3835400" y="3901404"/>
                    </a:cubicBezTo>
                    <a:lnTo>
                      <a:pt x="228600" y="3901404"/>
                    </a:lnTo>
                    <a:cubicBezTo>
                      <a:pt x="167972" y="3901404"/>
                      <a:pt x="109826" y="3877320"/>
                      <a:pt x="66955" y="3834449"/>
                    </a:cubicBezTo>
                    <a:cubicBezTo>
                      <a:pt x="24085" y="3791578"/>
                      <a:pt x="0" y="3733433"/>
                      <a:pt x="0" y="3672804"/>
                    </a:cubicBezTo>
                    <a:lnTo>
                      <a:pt x="0" y="228600"/>
                    </a:lnTo>
                    <a:cubicBezTo>
                      <a:pt x="0" y="102348"/>
                      <a:pt x="102348" y="0"/>
                      <a:pt x="228600" y="0"/>
                    </a:cubicBezTo>
                    <a:close/>
                  </a:path>
                </a:pathLst>
              </a:custGeom>
              <a:solidFill>
                <a:srgbClr val="EFEBE1"/>
              </a:solidFill>
              <a:ln w="9525" cap="sq">
                <a:solidFill>
                  <a:srgbClr val="D9C9A4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38100"/>
                <a:ext cx="4064000" cy="393950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80"/>
                  </a:lnSpc>
                </a:pPr>
              </a:p>
            </p:txBody>
          </p:sp>
        </p:grpSp>
        <p:sp>
          <p:nvSpPr>
            <p:cNvPr name="TextBox 18" id="18"/>
            <p:cNvSpPr txBox="true"/>
            <p:nvPr/>
          </p:nvSpPr>
          <p:spPr>
            <a:xfrm rot="0">
              <a:off x="291177" y="335396"/>
              <a:ext cx="3300008" cy="33916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rtl="true">
                <a:lnSpc>
                  <a:spcPts val="2206"/>
                </a:lnSpc>
              </a:pPr>
              <a:r>
                <a:rPr lang="ar-EG" b="true" sz="1576">
                  <a:solidFill>
                    <a:srgbClr val="8A6516"/>
                  </a:solidFill>
                  <a:latin typeface="IBM Plex Sans Arabic Bold"/>
                  <a:ea typeface="IBM Plex Sans Arabic Bold"/>
                  <a:cs typeface="IBM Plex Sans Arabic Bold"/>
                  <a:sym typeface="IBM Plex Sans Arabic Bold"/>
                  <a:rtl val="true"/>
                </a:rPr>
                <a:t>البرمجيات المستخدمة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291177" y="894391"/>
              <a:ext cx="3300008" cy="82358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rtl="true">
                <a:lnSpc>
                  <a:spcPts val="5215"/>
                </a:lnSpc>
              </a:pPr>
              <a:r>
                <a:rPr lang="ar-EG" b="true" sz="3725">
                  <a:solidFill>
                    <a:srgbClr val="C0912D"/>
                  </a:solidFill>
                  <a:latin typeface="IBM Plex Sans Arabic Bold"/>
                  <a:ea typeface="IBM Plex Sans Arabic Bold"/>
                  <a:cs typeface="IBM Plex Sans Arabic Bold"/>
                  <a:sym typeface="IBM Plex Sans Arabic Bold"/>
                  <a:rtl val="true"/>
                </a:rPr>
                <a:t>مفتوحة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230515" y="2014880"/>
              <a:ext cx="3300008" cy="8749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rtl="true">
                <a:lnSpc>
                  <a:spcPts val="2794"/>
                </a:lnSpc>
              </a:pPr>
              <a:r>
                <a:rPr lang="ar-EG" sz="1862">
                  <a:solidFill>
                    <a:srgbClr val="5D6B62"/>
                  </a:solidFill>
                  <a:latin typeface="IBM Plex Sans Arabic"/>
                  <a:ea typeface="IBM Plex Sans Arabic"/>
                  <a:cs typeface="IBM Plex Sans Arabic"/>
                  <a:sym typeface="IBM Plex Sans Arabic"/>
                  <a:rtl val="true"/>
                </a:rPr>
                <a:t>نماذج مفتوحة المصدر</a:t>
              </a:r>
            </a:p>
            <a:p>
              <a:pPr algn="ctr" rtl="true">
                <a:lnSpc>
                  <a:spcPts val="2794"/>
                </a:lnSpc>
              </a:pPr>
              <a:r>
                <a:rPr lang="en-US" sz="1862">
                  <a:solidFill>
                    <a:srgbClr val="5D6B62"/>
                  </a:solidFill>
                  <a:latin typeface="IBM Plex Sans Arabic"/>
                  <a:ea typeface="IBM Plex Sans Arabic"/>
                  <a:cs typeface="IBM Plex Sans Arabic"/>
                  <a:sym typeface="IBM Plex Sans Arabic"/>
                </a:rPr>
                <a:t>Whisper · NLLB · Piper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4088246" y="2873978"/>
            <a:ext cx="3382210" cy="2736247"/>
            <a:chOff x="0" y="0"/>
            <a:chExt cx="4509613" cy="3648330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0" y="0"/>
              <a:ext cx="3891552" cy="3648330"/>
              <a:chOff x="0" y="0"/>
              <a:chExt cx="4064000" cy="381000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4064000" cy="3810000"/>
              </a:xfrm>
              <a:custGeom>
                <a:avLst/>
                <a:gdLst/>
                <a:ahLst/>
                <a:cxnLst/>
                <a:rect r="r" b="b" t="t" l="l"/>
                <a:pathLst>
                  <a:path h="3810000" w="4064000">
                    <a:moveTo>
                      <a:pt x="228600" y="0"/>
                    </a:moveTo>
                    <a:lnTo>
                      <a:pt x="3835400" y="0"/>
                    </a:lnTo>
                    <a:cubicBezTo>
                      <a:pt x="3961652" y="0"/>
                      <a:pt x="4064000" y="102348"/>
                      <a:pt x="4064000" y="228600"/>
                    </a:cubicBezTo>
                    <a:lnTo>
                      <a:pt x="4064000" y="3581400"/>
                    </a:lnTo>
                    <a:cubicBezTo>
                      <a:pt x="4064000" y="3707652"/>
                      <a:pt x="3961652" y="3810000"/>
                      <a:pt x="3835400" y="3810000"/>
                    </a:cubicBezTo>
                    <a:lnTo>
                      <a:pt x="228600" y="3810000"/>
                    </a:lnTo>
                    <a:cubicBezTo>
                      <a:pt x="102348" y="3810000"/>
                      <a:pt x="0" y="3707652"/>
                      <a:pt x="0" y="3581400"/>
                    </a:cubicBezTo>
                    <a:lnTo>
                      <a:pt x="0" y="228600"/>
                    </a:lnTo>
                    <a:cubicBezTo>
                      <a:pt x="0" y="102348"/>
                      <a:pt x="102348" y="0"/>
                      <a:pt x="228600" y="0"/>
                    </a:cubicBezTo>
                    <a:close/>
                  </a:path>
                </a:pathLst>
              </a:custGeom>
              <a:solidFill>
                <a:srgbClr val="EFEBE1"/>
              </a:solidFill>
              <a:ln w="9525" cap="sq">
                <a:solidFill>
                  <a:srgbClr val="D9C9A4"/>
                </a:solidFill>
                <a:prstDash val="solid"/>
                <a:miter/>
              </a:ln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38100"/>
                <a:ext cx="4064000" cy="3848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Freeform 25" id="25"/>
            <p:cNvSpPr/>
            <p:nvPr/>
          </p:nvSpPr>
          <p:spPr>
            <a:xfrm>
              <a:off x="3541791" y="1488519"/>
              <a:ext cx="777547" cy="1495884"/>
            </a:xfrm>
            <a:custGeom>
              <a:avLst/>
              <a:gdLst/>
              <a:ahLst/>
              <a:cxnLst/>
              <a:rect r="r" b="b" t="t" l="l"/>
              <a:pathLst>
                <a:path h="1495884" w="777547">
                  <a:moveTo>
                    <a:pt x="349761" y="0"/>
                  </a:moveTo>
                  <a:quadBezTo>
                    <a:pt x="1354283" y="1023705"/>
                    <a:pt x="0" y="1495884"/>
                  </a:quadBezTo>
                </a:path>
              </a:pathLst>
            </a:custGeom>
            <a:ln cap="flat" w="48644">
              <a:solidFill>
                <a:srgbClr val="000000"/>
              </a:solidFill>
              <a:prstDash val="solid"/>
              <a:headEnd type="none" len="sm" w="sm"/>
              <a:tailEnd type="triangle" len="med" w="lg"/>
            </a:ln>
          </p:spPr>
        </p:sp>
        <p:sp>
          <p:nvSpPr>
            <p:cNvPr name="TextBox 26" id="26"/>
            <p:cNvSpPr txBox="true"/>
            <p:nvPr/>
          </p:nvSpPr>
          <p:spPr>
            <a:xfrm rot="0">
              <a:off x="291866" y="336258"/>
              <a:ext cx="3307819" cy="3398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rtl="true">
                <a:lnSpc>
                  <a:spcPts val="2211"/>
                </a:lnSpc>
              </a:pPr>
              <a:r>
                <a:rPr lang="ar-EG" b="true" sz="1579">
                  <a:solidFill>
                    <a:srgbClr val="8A6516"/>
                  </a:solidFill>
                  <a:latin typeface="IBM Plex Sans Arabic Bold"/>
                  <a:ea typeface="IBM Plex Sans Arabic Bold"/>
                  <a:cs typeface="IBM Plex Sans Arabic Bold"/>
                  <a:sym typeface="IBM Plex Sans Arabic Bold"/>
                  <a:rtl val="true"/>
                </a:rPr>
                <a:t>تكلفة الجهاز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413477" y="896688"/>
              <a:ext cx="3307819" cy="8253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rtl="true">
                <a:lnSpc>
                  <a:spcPts val="5228"/>
                </a:lnSpc>
              </a:pPr>
              <a:r>
                <a:rPr lang="ar-EG" b="true" sz="3734">
                  <a:solidFill>
                    <a:srgbClr val="C0912D"/>
                  </a:solidFill>
                  <a:latin typeface="IBM Plex Sans Arabic Bold"/>
                  <a:ea typeface="IBM Plex Sans Arabic Bold"/>
                  <a:cs typeface="IBM Plex Sans Arabic Bold"/>
                  <a:sym typeface="IBM Plex Sans Arabic Bold"/>
                  <a:rtl val="true"/>
                </a:rPr>
                <a:t>~</a:t>
              </a:r>
              <a:r>
                <a:rPr lang="en-US" b="true" sz="3734">
                  <a:solidFill>
                    <a:srgbClr val="C0912D"/>
                  </a:solidFill>
                  <a:latin typeface="IBM Plex Sans Arabic Bold"/>
                  <a:ea typeface="IBM Plex Sans Arabic Bold"/>
                  <a:cs typeface="IBM Plex Sans Arabic Bold"/>
                  <a:sym typeface="IBM Plex Sans Arabic Bold"/>
                </a:rPr>
                <a:t>50</a:t>
              </a:r>
              <a:r>
                <a:rPr lang="ar-EG" b="true" sz="3734">
                  <a:solidFill>
                    <a:srgbClr val="C0912D"/>
                  </a:solidFill>
                  <a:latin typeface="IBM Plex Sans Arabic Bold"/>
                  <a:ea typeface="IBM Plex Sans Arabic Bold"/>
                  <a:cs typeface="IBM Plex Sans Arabic Bold"/>
                  <a:sym typeface="IBM Plex Sans Arabic Bold"/>
                  <a:rtl val="true"/>
                </a:rPr>
                <a:t> ريالًا</a:t>
              </a: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291866" y="2000534"/>
              <a:ext cx="3307819" cy="46336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rtl="true">
                <a:lnSpc>
                  <a:spcPts val="3088"/>
                </a:lnSpc>
              </a:pPr>
              <a:r>
                <a:rPr lang="ar-EG" sz="2058">
                  <a:solidFill>
                    <a:srgbClr val="5D6B62"/>
                  </a:solidFill>
                  <a:latin typeface="IBM Plex Sans Arabic"/>
                  <a:ea typeface="IBM Plex Sans Arabic"/>
                  <a:cs typeface="IBM Plex Sans Arabic"/>
                  <a:sym typeface="IBM Plex Sans Arabic"/>
                  <a:rtl val="true"/>
                </a:rPr>
                <a:t>تكلفة النموذج الأولي</a:t>
              </a:r>
            </a:p>
          </p:txBody>
        </p:sp>
        <p:sp>
          <p:nvSpPr>
            <p:cNvPr name="TextBox 29" id="29"/>
            <p:cNvSpPr txBox="true"/>
            <p:nvPr/>
          </p:nvSpPr>
          <p:spPr>
            <a:xfrm rot="0">
              <a:off x="1201736" y="2805243"/>
              <a:ext cx="2340054" cy="320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rtl="true">
                <a:lnSpc>
                  <a:spcPts val="2082"/>
                </a:lnSpc>
              </a:pPr>
              <a:r>
                <a:rPr lang="ar-EG" sz="1388">
                  <a:solidFill>
                    <a:srgbClr val="5D6B62"/>
                  </a:solidFill>
                  <a:latin typeface="IBM Plex Sans Arabic"/>
                  <a:ea typeface="IBM Plex Sans Arabic"/>
                  <a:cs typeface="IBM Plex Sans Arabic"/>
                  <a:sym typeface="IBM Plex Sans Arabic"/>
                  <a:rtl val="true"/>
                </a:rPr>
                <a:t>*  تكلفة التصنيع اقل بكثير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7870505" y="2834939"/>
            <a:ext cx="2928824" cy="2745772"/>
            <a:chOff x="0" y="0"/>
            <a:chExt cx="4064000" cy="38100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064000" cy="3810000"/>
            </a:xfrm>
            <a:custGeom>
              <a:avLst/>
              <a:gdLst/>
              <a:ahLst/>
              <a:cxnLst/>
              <a:rect r="r" b="b" t="t" l="l"/>
              <a:pathLst>
                <a:path h="3810000" w="4064000">
                  <a:moveTo>
                    <a:pt x="237902" y="0"/>
                  </a:moveTo>
                  <a:lnTo>
                    <a:pt x="3826098" y="0"/>
                  </a:lnTo>
                  <a:cubicBezTo>
                    <a:pt x="3889194" y="0"/>
                    <a:pt x="3949705" y="25065"/>
                    <a:pt x="3994320" y="69680"/>
                  </a:cubicBezTo>
                  <a:cubicBezTo>
                    <a:pt x="4038935" y="114295"/>
                    <a:pt x="4064000" y="174806"/>
                    <a:pt x="4064000" y="237902"/>
                  </a:cubicBezTo>
                  <a:lnTo>
                    <a:pt x="4064000" y="3572098"/>
                  </a:lnTo>
                  <a:cubicBezTo>
                    <a:pt x="4064000" y="3635194"/>
                    <a:pt x="4038935" y="3695705"/>
                    <a:pt x="3994320" y="3740320"/>
                  </a:cubicBezTo>
                  <a:cubicBezTo>
                    <a:pt x="3949705" y="3784935"/>
                    <a:pt x="3889194" y="3810000"/>
                    <a:pt x="3826098" y="3810000"/>
                  </a:cubicBezTo>
                  <a:lnTo>
                    <a:pt x="237902" y="3810000"/>
                  </a:lnTo>
                  <a:cubicBezTo>
                    <a:pt x="174806" y="3810000"/>
                    <a:pt x="114295" y="3784935"/>
                    <a:pt x="69680" y="3740320"/>
                  </a:cubicBezTo>
                  <a:cubicBezTo>
                    <a:pt x="25065" y="3695705"/>
                    <a:pt x="0" y="3635194"/>
                    <a:pt x="0" y="3572098"/>
                  </a:cubicBezTo>
                  <a:lnTo>
                    <a:pt x="0" y="237902"/>
                  </a:lnTo>
                  <a:cubicBezTo>
                    <a:pt x="0" y="174806"/>
                    <a:pt x="25065" y="114295"/>
                    <a:pt x="69680" y="69680"/>
                  </a:cubicBezTo>
                  <a:cubicBezTo>
                    <a:pt x="114295" y="25065"/>
                    <a:pt x="174806" y="0"/>
                    <a:pt x="237902" y="0"/>
                  </a:cubicBezTo>
                  <a:close/>
                </a:path>
              </a:pathLst>
            </a:custGeom>
            <a:solidFill>
              <a:srgbClr val="EFEBE1"/>
            </a:solidFill>
            <a:ln w="9525" cap="sq">
              <a:solidFill>
                <a:srgbClr val="D9C9A4"/>
              </a:solidFill>
              <a:prstDash val="solid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4064000" cy="3848100"/>
            </a:xfrm>
            <a:prstGeom prst="rect">
              <a:avLst/>
            </a:prstGeom>
          </p:spPr>
          <p:txBody>
            <a:bodyPr anchor="ctr" rtlCol="false" tIns="48814" lIns="48814" bIns="48814" rIns="48814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8090167" y="3080941"/>
            <a:ext cx="2489500" cy="262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2219"/>
              </a:lnSpc>
            </a:pPr>
            <a:r>
              <a:rPr lang="ar-EG" b="true" sz="1585">
                <a:solidFill>
                  <a:srgbClr val="8A6516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  <a:rtl val="true"/>
              </a:rPr>
              <a:t>دورة التشغيل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8030410" y="3500476"/>
            <a:ext cx="2664728" cy="1877551"/>
            <a:chOff x="0" y="0"/>
            <a:chExt cx="3552970" cy="2503401"/>
          </a:xfrm>
        </p:grpSpPr>
        <p:sp>
          <p:nvSpPr>
            <p:cNvPr name="TextBox 35" id="35"/>
            <p:cNvSpPr txBox="true"/>
            <p:nvPr/>
          </p:nvSpPr>
          <p:spPr>
            <a:xfrm rot="0">
              <a:off x="1907018" y="196656"/>
              <a:ext cx="744712" cy="6128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rtl="true">
                <a:lnSpc>
                  <a:spcPts val="1846"/>
                </a:lnSpc>
              </a:pPr>
              <a:r>
                <a:rPr lang="ar-EG" b="true" sz="1318">
                  <a:solidFill>
                    <a:srgbClr val="16311F"/>
                  </a:solidFill>
                  <a:latin typeface="Arimo Bold"/>
                  <a:ea typeface="Arimo Bold"/>
                  <a:cs typeface="Arimo Bold"/>
                  <a:sym typeface="Arimo Bold"/>
                  <a:rtl val="true"/>
                </a:rPr>
                <a:t>مسح </a:t>
              </a:r>
              <a:r>
                <a:rPr lang="en-US" b="true" sz="1318">
                  <a:solidFill>
                    <a:srgbClr val="16311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QR</a:t>
              </a:r>
            </a:p>
          </p:txBody>
        </p:sp>
        <p:sp>
          <p:nvSpPr>
            <p:cNvPr name="TextBox 36" id="36"/>
            <p:cNvSpPr txBox="true"/>
            <p:nvPr/>
          </p:nvSpPr>
          <p:spPr>
            <a:xfrm rot="0">
              <a:off x="717030" y="189962"/>
              <a:ext cx="960139" cy="61305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rtl="true">
                <a:lnSpc>
                  <a:spcPts val="1837"/>
                </a:lnSpc>
              </a:pPr>
              <a:r>
                <a:rPr lang="ar-EG" b="true" sz="1312">
                  <a:solidFill>
                    <a:srgbClr val="16311F"/>
                  </a:solidFill>
                  <a:latin typeface="Arimo Bold"/>
                  <a:ea typeface="Arimo Bold"/>
                  <a:cs typeface="Arimo Bold"/>
                  <a:sym typeface="Arimo Bold"/>
                  <a:rtl val="true"/>
                </a:rPr>
                <a:t>إعارة الجهاز</a:t>
              </a:r>
            </a:p>
          </p:txBody>
        </p:sp>
        <p:sp>
          <p:nvSpPr>
            <p:cNvPr name="TextBox 37" id="37"/>
            <p:cNvSpPr txBox="true"/>
            <p:nvPr/>
          </p:nvSpPr>
          <p:spPr>
            <a:xfrm rot="0">
              <a:off x="59870" y="1473478"/>
              <a:ext cx="819840" cy="2885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rtl="true">
                <a:lnSpc>
                  <a:spcPts val="1729"/>
                </a:lnSpc>
              </a:pPr>
              <a:r>
                <a:rPr lang="ar-EG" b="true" sz="1235">
                  <a:solidFill>
                    <a:srgbClr val="16311F"/>
                  </a:solidFill>
                  <a:latin typeface="Arimo Bold"/>
                  <a:ea typeface="Arimo Bold"/>
                  <a:cs typeface="Arimo Bold"/>
                  <a:sym typeface="Arimo Bold"/>
                  <a:rtl val="true"/>
                </a:rPr>
                <a:t>استخدام</a:t>
              </a:r>
            </a:p>
          </p:txBody>
        </p:sp>
        <p:sp>
          <p:nvSpPr>
            <p:cNvPr name="TextBox 38" id="38"/>
            <p:cNvSpPr txBox="true"/>
            <p:nvPr/>
          </p:nvSpPr>
          <p:spPr>
            <a:xfrm rot="0">
              <a:off x="1284161" y="2195142"/>
              <a:ext cx="703448" cy="2828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rtl="true">
                <a:lnSpc>
                  <a:spcPts val="1722"/>
                </a:lnSpc>
              </a:pPr>
              <a:r>
                <a:rPr lang="ar-EG" b="true" sz="1230">
                  <a:solidFill>
                    <a:srgbClr val="16311F"/>
                  </a:solidFill>
                  <a:latin typeface="Arimo Bold"/>
                  <a:ea typeface="Arimo Bold"/>
                  <a:cs typeface="Arimo Bold"/>
                  <a:sym typeface="Arimo Bold"/>
                  <a:rtl val="true"/>
                </a:rPr>
                <a:t>إرجاع</a:t>
              </a:r>
            </a:p>
          </p:txBody>
        </p:sp>
        <p:sp>
          <p:nvSpPr>
            <p:cNvPr name="TextBox 39" id="39"/>
            <p:cNvSpPr txBox="true"/>
            <p:nvPr/>
          </p:nvSpPr>
          <p:spPr>
            <a:xfrm rot="0">
              <a:off x="2345799" y="1333880"/>
              <a:ext cx="1207171" cy="28886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rtl="true">
                <a:lnSpc>
                  <a:spcPts val="1753"/>
                </a:lnSpc>
              </a:pPr>
              <a:r>
                <a:rPr lang="ar-EG" b="true" sz="1252">
                  <a:solidFill>
                    <a:srgbClr val="16311F"/>
                  </a:solidFill>
                  <a:latin typeface="Arimo Bold"/>
                  <a:ea typeface="Arimo Bold"/>
                  <a:cs typeface="Arimo Bold"/>
                  <a:sym typeface="Arimo Bold"/>
                  <a:rtl val="true"/>
                </a:rPr>
                <a:t>شحن وتجهيز</a:t>
              </a:r>
            </a:p>
          </p:txBody>
        </p:sp>
        <p:sp>
          <p:nvSpPr>
            <p:cNvPr name="Freeform 40" id="40"/>
            <p:cNvSpPr/>
            <p:nvPr/>
          </p:nvSpPr>
          <p:spPr>
            <a:xfrm>
              <a:off x="413610" y="520301"/>
              <a:ext cx="438986" cy="806630"/>
            </a:xfrm>
            <a:custGeom>
              <a:avLst/>
              <a:gdLst/>
              <a:ahLst/>
              <a:cxnLst/>
              <a:rect r="r" b="b" t="t" l="l"/>
              <a:pathLst>
                <a:path h="806630" w="438986">
                  <a:moveTo>
                    <a:pt x="438986" y="0"/>
                  </a:moveTo>
                  <a:quadBezTo>
                    <a:pt x="-33768" y="265597"/>
                    <a:pt x="2598" y="806630"/>
                  </a:quadBezTo>
                </a:path>
              </a:pathLst>
            </a:custGeom>
            <a:ln cap="flat" w="40670">
              <a:solidFill>
                <a:srgbClr val="000000"/>
              </a:solidFill>
              <a:prstDash val="solid"/>
              <a:headEnd type="none" len="sm" w="sm"/>
              <a:tailEnd type="triangle" len="med" w="lg"/>
            </a:ln>
          </p:spPr>
        </p:sp>
        <p:sp>
          <p:nvSpPr>
            <p:cNvPr name="Freeform 41" id="41"/>
            <p:cNvSpPr/>
            <p:nvPr/>
          </p:nvSpPr>
          <p:spPr>
            <a:xfrm flipH="false" flipV="false" rot="0">
              <a:off x="1907018" y="0"/>
              <a:ext cx="237587" cy="237587"/>
            </a:xfrm>
            <a:custGeom>
              <a:avLst/>
              <a:gdLst/>
              <a:ahLst/>
              <a:cxnLst/>
              <a:rect r="r" b="b" t="t" l="l"/>
              <a:pathLst>
                <a:path h="237587" w="237587">
                  <a:moveTo>
                    <a:pt x="0" y="0"/>
                  </a:moveTo>
                  <a:lnTo>
                    <a:pt x="237588" y="0"/>
                  </a:lnTo>
                  <a:lnTo>
                    <a:pt x="237588" y="237587"/>
                  </a:lnTo>
                  <a:lnTo>
                    <a:pt x="0" y="2375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2" id="42"/>
            <p:cNvSpPr/>
            <p:nvPr/>
          </p:nvSpPr>
          <p:spPr>
            <a:xfrm flipH="false" flipV="false" rot="0">
              <a:off x="690561" y="0"/>
              <a:ext cx="237587" cy="237587"/>
            </a:xfrm>
            <a:custGeom>
              <a:avLst/>
              <a:gdLst/>
              <a:ahLst/>
              <a:cxnLst/>
              <a:rect r="r" b="b" t="t" l="l"/>
              <a:pathLst>
                <a:path h="237587" w="237587">
                  <a:moveTo>
                    <a:pt x="0" y="0"/>
                  </a:moveTo>
                  <a:lnTo>
                    <a:pt x="237587" y="0"/>
                  </a:lnTo>
                  <a:lnTo>
                    <a:pt x="237587" y="237587"/>
                  </a:lnTo>
                  <a:lnTo>
                    <a:pt x="0" y="2375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0" y="1313374"/>
              <a:ext cx="211760" cy="211760"/>
            </a:xfrm>
            <a:custGeom>
              <a:avLst/>
              <a:gdLst/>
              <a:ahLst/>
              <a:cxnLst/>
              <a:rect r="r" b="b" t="t" l="l"/>
              <a:pathLst>
                <a:path h="211760" w="211760">
                  <a:moveTo>
                    <a:pt x="0" y="0"/>
                  </a:moveTo>
                  <a:lnTo>
                    <a:pt x="211760" y="0"/>
                  </a:lnTo>
                  <a:lnTo>
                    <a:pt x="211760" y="211760"/>
                  </a:lnTo>
                  <a:lnTo>
                    <a:pt x="0" y="2117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4" id="44"/>
            <p:cNvSpPr/>
            <p:nvPr/>
          </p:nvSpPr>
          <p:spPr>
            <a:xfrm flipH="false" flipV="false" rot="0">
              <a:off x="1297934" y="2009242"/>
              <a:ext cx="205100" cy="205100"/>
            </a:xfrm>
            <a:custGeom>
              <a:avLst/>
              <a:gdLst/>
              <a:ahLst/>
              <a:cxnLst/>
              <a:rect r="r" b="b" t="t" l="l"/>
              <a:pathLst>
                <a:path h="205100" w="205100">
                  <a:moveTo>
                    <a:pt x="0" y="0"/>
                  </a:moveTo>
                  <a:lnTo>
                    <a:pt x="205100" y="0"/>
                  </a:lnTo>
                  <a:lnTo>
                    <a:pt x="205100" y="205100"/>
                  </a:lnTo>
                  <a:lnTo>
                    <a:pt x="0" y="205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5" id="45"/>
            <p:cNvSpPr/>
            <p:nvPr/>
          </p:nvSpPr>
          <p:spPr>
            <a:xfrm flipH="false" flipV="false" rot="0">
              <a:off x="2242719" y="1191364"/>
              <a:ext cx="206160" cy="206160"/>
            </a:xfrm>
            <a:custGeom>
              <a:avLst/>
              <a:gdLst/>
              <a:ahLst/>
              <a:cxnLst/>
              <a:rect r="r" b="b" t="t" l="l"/>
              <a:pathLst>
                <a:path h="206160" w="206160">
                  <a:moveTo>
                    <a:pt x="0" y="0"/>
                  </a:moveTo>
                  <a:lnTo>
                    <a:pt x="206160" y="0"/>
                  </a:lnTo>
                  <a:lnTo>
                    <a:pt x="206160" y="206161"/>
                  </a:lnTo>
                  <a:lnTo>
                    <a:pt x="0" y="2061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 rot="0">
              <a:off x="1473452" y="46201"/>
              <a:ext cx="433566" cy="6475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016"/>
                </a:lnSpc>
              </a:pPr>
              <a:r>
                <a:rPr lang="en-US" sz="2868" b="true">
                  <a:solidFill>
                    <a:srgbClr val="C0912D"/>
                  </a:solidFill>
                  <a:latin typeface="Arimo Bold"/>
                  <a:ea typeface="Arimo Bold"/>
                  <a:cs typeface="Arimo Bold"/>
                  <a:sym typeface="Arimo Bold"/>
                </a:rPr>
                <a:t>←</a:t>
              </a:r>
            </a:p>
          </p:txBody>
        </p:sp>
        <p:sp>
          <p:nvSpPr>
            <p:cNvPr name="Freeform 47" id="47"/>
            <p:cNvSpPr/>
            <p:nvPr/>
          </p:nvSpPr>
          <p:spPr>
            <a:xfrm>
              <a:off x="469790" y="1762007"/>
              <a:ext cx="814371" cy="593594"/>
            </a:xfrm>
            <a:custGeom>
              <a:avLst/>
              <a:gdLst/>
              <a:ahLst/>
              <a:cxnLst/>
              <a:rect r="r" b="b" t="t" l="l"/>
              <a:pathLst>
                <a:path h="593594" w="814371">
                  <a:moveTo>
                    <a:pt x="0" y="0"/>
                  </a:moveTo>
                  <a:quadBezTo>
                    <a:pt x="236705" y="530685"/>
                    <a:pt x="814371" y="593594"/>
                  </a:quadBezTo>
                </a:path>
              </a:pathLst>
            </a:custGeom>
            <a:ln cap="flat" w="40670">
              <a:solidFill>
                <a:srgbClr val="000000"/>
              </a:solidFill>
              <a:prstDash val="solid"/>
              <a:headEnd type="none" len="sm" w="sm"/>
              <a:tailEnd type="triangle" len="med" w="lg"/>
            </a:ln>
          </p:spPr>
        </p:sp>
        <p:sp>
          <p:nvSpPr>
            <p:cNvPr name="Freeform 48" id="48"/>
            <p:cNvSpPr/>
            <p:nvPr/>
          </p:nvSpPr>
          <p:spPr>
            <a:xfrm>
              <a:off x="1987609" y="1803079"/>
              <a:ext cx="961776" cy="552522"/>
            </a:xfrm>
            <a:custGeom>
              <a:avLst/>
              <a:gdLst/>
              <a:ahLst/>
              <a:cxnLst/>
              <a:rect r="r" b="b" t="t" l="l"/>
              <a:pathLst>
                <a:path h="552522" w="961776">
                  <a:moveTo>
                    <a:pt x="0" y="552522"/>
                  </a:moveTo>
                  <a:quadBezTo>
                    <a:pt x="625060" y="527222"/>
                    <a:pt x="961776" y="0"/>
                  </a:quadBezTo>
                </a:path>
              </a:pathLst>
            </a:custGeom>
            <a:ln cap="flat" w="40670">
              <a:solidFill>
                <a:srgbClr val="000000"/>
              </a:solidFill>
              <a:prstDash val="solid"/>
              <a:headEnd type="none" len="sm" w="sm"/>
              <a:tailEnd type="triangle" len="med" w="lg"/>
            </a:ln>
          </p:spPr>
        </p:sp>
        <p:sp>
          <p:nvSpPr>
            <p:cNvPr name="Freeform 49" id="49"/>
            <p:cNvSpPr/>
            <p:nvPr/>
          </p:nvSpPr>
          <p:spPr>
            <a:xfrm>
              <a:off x="2651730" y="526889"/>
              <a:ext cx="302293" cy="664476"/>
            </a:xfrm>
            <a:custGeom>
              <a:avLst/>
              <a:gdLst/>
              <a:ahLst/>
              <a:cxnLst/>
              <a:rect r="r" b="b" t="t" l="l"/>
              <a:pathLst>
                <a:path h="664476" w="302293">
                  <a:moveTo>
                    <a:pt x="297655" y="664475"/>
                  </a:moveTo>
                  <a:quadBezTo>
                    <a:pt x="339742" y="246717"/>
                    <a:pt x="0" y="0"/>
                  </a:quadBezTo>
                </a:path>
              </a:pathLst>
            </a:custGeom>
            <a:ln cap="flat" w="40670">
              <a:solidFill>
                <a:srgbClr val="000000"/>
              </a:solidFill>
              <a:prstDash val="solid"/>
              <a:headEnd type="none" len="sm" w="sm"/>
              <a:tailEnd type="triangle" len="med" w="lg"/>
            </a:ln>
          </p:spPr>
        </p:sp>
      </p:grp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63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3503" y="-63503"/>
            <a:ext cx="15366997" cy="8699497"/>
          </a:xfrm>
          <a:custGeom>
            <a:avLst/>
            <a:gdLst/>
            <a:ahLst/>
            <a:cxnLst/>
            <a:rect r="r" b="b" t="t" l="l"/>
            <a:pathLst>
              <a:path h="8699497" w="15366997">
                <a:moveTo>
                  <a:pt x="0" y="0"/>
                </a:moveTo>
                <a:lnTo>
                  <a:pt x="15366997" y="0"/>
                </a:lnTo>
                <a:lnTo>
                  <a:pt x="15366997" y="8699497"/>
                </a:lnTo>
                <a:lnTo>
                  <a:pt x="0" y="86994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90600" y="457200"/>
            <a:ext cx="771525" cy="476250"/>
            <a:chOff x="0" y="0"/>
            <a:chExt cx="1028700" cy="635000"/>
          </a:xfrm>
        </p:grpSpPr>
        <p:sp>
          <p:nvSpPr>
            <p:cNvPr name="Freeform 4" id="4" descr="هاكاثون هداية"/>
            <p:cNvSpPr/>
            <p:nvPr/>
          </p:nvSpPr>
          <p:spPr>
            <a:xfrm flipH="false" flipV="false" rot="0">
              <a:off x="0" y="0"/>
              <a:ext cx="1028700" cy="635000"/>
            </a:xfrm>
            <a:custGeom>
              <a:avLst/>
              <a:gdLst/>
              <a:ahLst/>
              <a:cxnLst/>
              <a:rect r="r" b="b" t="t" l="l"/>
              <a:pathLst>
                <a:path h="635000" w="1028700">
                  <a:moveTo>
                    <a:pt x="0" y="0"/>
                  </a:moveTo>
                  <a:lnTo>
                    <a:pt x="1028700" y="0"/>
                  </a:lnTo>
                  <a:lnTo>
                    <a:pt x="1028700" y="635000"/>
                  </a:lnTo>
                  <a:lnTo>
                    <a:pt x="0" y="635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6526635" y="5531987"/>
            <a:ext cx="82544" cy="4848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b="true" sz="2700">
                <a:solidFill>
                  <a:srgbClr val="F5F3EE"/>
                </a:solidFill>
                <a:latin typeface="IBM Plex Sans Arabic Medium"/>
                <a:ea typeface="IBM Plex Sans Arabic Medium"/>
                <a:cs typeface="IBM Plex Sans Arabic Medium"/>
                <a:sym typeface="IBM Plex Sans Arabic Medium"/>
              </a:rPr>
              <a:t>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256493" y="3135103"/>
            <a:ext cx="8292732" cy="2064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rtl="true" marL="0" indent="0" lvl="0">
              <a:lnSpc>
                <a:spcPts val="16859"/>
              </a:lnSpc>
              <a:spcBef>
                <a:spcPct val="0"/>
              </a:spcBef>
            </a:pPr>
            <a:r>
              <a:rPr lang="ar-EG" b="true" sz="12042" strike="noStrike" u="none">
                <a:solidFill>
                  <a:srgbClr val="E1BF75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  <a:rtl val="true"/>
              </a:rPr>
              <a:t>أين نحن الآن؟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هاكاثون هداية"/>
          <p:cNvSpPr/>
          <p:nvPr/>
        </p:nvSpPr>
        <p:spPr>
          <a:xfrm flipH="false" flipV="false" rot="0">
            <a:off x="990600" y="457200"/>
            <a:ext cx="771525" cy="476250"/>
          </a:xfrm>
          <a:custGeom>
            <a:avLst/>
            <a:gdLst/>
            <a:ahLst/>
            <a:cxnLst/>
            <a:rect r="r" b="b" t="t" l="l"/>
            <a:pathLst>
              <a:path h="476250" w="771525">
                <a:moveTo>
                  <a:pt x="0" y="0"/>
                </a:moveTo>
                <a:lnTo>
                  <a:pt x="771525" y="0"/>
                </a:lnTo>
                <a:lnTo>
                  <a:pt x="771525" y="476250"/>
                </a:lnTo>
                <a:lnTo>
                  <a:pt x="0" y="4762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18" r="0" b="-118"/>
            </a:stretch>
          </a:blipFill>
        </p:spPr>
      </p:sp>
      <p:sp>
        <p:nvSpPr>
          <p:cNvPr name="Freeform 3" id="3" descr="مُعين"/>
          <p:cNvSpPr/>
          <p:nvPr/>
        </p:nvSpPr>
        <p:spPr>
          <a:xfrm flipH="false" flipV="false" rot="0">
            <a:off x="13049822" y="324888"/>
            <a:ext cx="1233268" cy="767296"/>
          </a:xfrm>
          <a:custGeom>
            <a:avLst/>
            <a:gdLst/>
            <a:ahLst/>
            <a:cxnLst/>
            <a:rect r="r" b="b" t="t" l="l"/>
            <a:pathLst>
              <a:path h="767296" w="1233268">
                <a:moveTo>
                  <a:pt x="0" y="0"/>
                </a:moveTo>
                <a:lnTo>
                  <a:pt x="1233268" y="0"/>
                </a:lnTo>
                <a:lnTo>
                  <a:pt x="1233268" y="767296"/>
                </a:lnTo>
                <a:lnTo>
                  <a:pt x="0" y="76729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291" t="0" r="-291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2028825" y="695325"/>
            <a:ext cx="10791825" cy="9525"/>
            <a:chOff x="0" y="0"/>
            <a:chExt cx="14389100" cy="127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389100" cy="12700"/>
            </a:xfrm>
            <a:custGeom>
              <a:avLst/>
              <a:gdLst/>
              <a:ahLst/>
              <a:cxnLst/>
              <a:rect r="r" b="b" t="t" l="l"/>
              <a:pathLst>
                <a:path h="12700" w="14389100">
                  <a:moveTo>
                    <a:pt x="0" y="0"/>
                  </a:moveTo>
                  <a:lnTo>
                    <a:pt x="14389100" y="0"/>
                  </a:lnTo>
                  <a:lnTo>
                    <a:pt x="143891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8A6516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4389100" cy="50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580015" y="6010704"/>
            <a:ext cx="5234998" cy="26846"/>
            <a:chOff x="0" y="0"/>
            <a:chExt cx="4953000" cy="254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851400" cy="25400"/>
            </a:xfrm>
            <a:custGeom>
              <a:avLst/>
              <a:gdLst/>
              <a:ahLst/>
              <a:cxnLst/>
              <a:rect r="r" b="b" t="t" l="l"/>
              <a:pathLst>
                <a:path h="25400" w="4851400">
                  <a:moveTo>
                    <a:pt x="0" y="0"/>
                  </a:moveTo>
                  <a:lnTo>
                    <a:pt x="279400" y="0"/>
                  </a:lnTo>
                  <a:lnTo>
                    <a:pt x="279400" y="25400"/>
                  </a:lnTo>
                  <a:lnTo>
                    <a:pt x="0" y="25400"/>
                  </a:lnTo>
                  <a:close/>
                  <a:moveTo>
                    <a:pt x="457200" y="0"/>
                  </a:moveTo>
                  <a:lnTo>
                    <a:pt x="736600" y="0"/>
                  </a:lnTo>
                  <a:lnTo>
                    <a:pt x="736600" y="25400"/>
                  </a:lnTo>
                  <a:lnTo>
                    <a:pt x="457200" y="25400"/>
                  </a:lnTo>
                  <a:close/>
                  <a:moveTo>
                    <a:pt x="914400" y="0"/>
                  </a:moveTo>
                  <a:lnTo>
                    <a:pt x="1193800" y="0"/>
                  </a:lnTo>
                  <a:lnTo>
                    <a:pt x="1193800" y="25400"/>
                  </a:lnTo>
                  <a:lnTo>
                    <a:pt x="914400" y="25400"/>
                  </a:lnTo>
                  <a:close/>
                  <a:moveTo>
                    <a:pt x="1371600" y="0"/>
                  </a:moveTo>
                  <a:lnTo>
                    <a:pt x="1651000" y="0"/>
                  </a:lnTo>
                  <a:lnTo>
                    <a:pt x="1651000" y="25400"/>
                  </a:lnTo>
                  <a:lnTo>
                    <a:pt x="1371600" y="25400"/>
                  </a:lnTo>
                  <a:close/>
                  <a:moveTo>
                    <a:pt x="1828800" y="0"/>
                  </a:moveTo>
                  <a:lnTo>
                    <a:pt x="2108200" y="0"/>
                  </a:lnTo>
                  <a:lnTo>
                    <a:pt x="2108200" y="25400"/>
                  </a:lnTo>
                  <a:lnTo>
                    <a:pt x="1828800" y="25400"/>
                  </a:lnTo>
                  <a:close/>
                  <a:moveTo>
                    <a:pt x="2286000" y="0"/>
                  </a:moveTo>
                  <a:lnTo>
                    <a:pt x="2565400" y="0"/>
                  </a:lnTo>
                  <a:lnTo>
                    <a:pt x="2565400" y="25400"/>
                  </a:lnTo>
                  <a:lnTo>
                    <a:pt x="2286000" y="25400"/>
                  </a:lnTo>
                  <a:close/>
                  <a:moveTo>
                    <a:pt x="2743200" y="0"/>
                  </a:moveTo>
                  <a:lnTo>
                    <a:pt x="3022600" y="0"/>
                  </a:lnTo>
                  <a:lnTo>
                    <a:pt x="3022600" y="25400"/>
                  </a:lnTo>
                  <a:lnTo>
                    <a:pt x="2743200" y="25400"/>
                  </a:lnTo>
                  <a:close/>
                  <a:moveTo>
                    <a:pt x="3200400" y="0"/>
                  </a:moveTo>
                  <a:lnTo>
                    <a:pt x="3479800" y="0"/>
                  </a:lnTo>
                  <a:lnTo>
                    <a:pt x="3479800" y="25400"/>
                  </a:lnTo>
                  <a:lnTo>
                    <a:pt x="3200400" y="25400"/>
                  </a:lnTo>
                  <a:close/>
                  <a:moveTo>
                    <a:pt x="3657600" y="0"/>
                  </a:moveTo>
                  <a:lnTo>
                    <a:pt x="3937000" y="0"/>
                  </a:lnTo>
                  <a:lnTo>
                    <a:pt x="3937000" y="25400"/>
                  </a:lnTo>
                  <a:lnTo>
                    <a:pt x="3657600" y="25400"/>
                  </a:lnTo>
                  <a:close/>
                  <a:moveTo>
                    <a:pt x="4114800" y="0"/>
                  </a:moveTo>
                  <a:lnTo>
                    <a:pt x="4394200" y="0"/>
                  </a:lnTo>
                  <a:lnTo>
                    <a:pt x="4394200" y="25400"/>
                  </a:lnTo>
                  <a:lnTo>
                    <a:pt x="4114800" y="25400"/>
                  </a:lnTo>
                  <a:close/>
                  <a:moveTo>
                    <a:pt x="4572000" y="0"/>
                  </a:moveTo>
                  <a:lnTo>
                    <a:pt x="4851400" y="0"/>
                  </a:lnTo>
                  <a:lnTo>
                    <a:pt x="4851400" y="25400"/>
                  </a:lnTo>
                  <a:lnTo>
                    <a:pt x="4572000" y="25400"/>
                  </a:lnTo>
                  <a:close/>
                </a:path>
              </a:pathLst>
            </a:custGeom>
            <a:solidFill>
              <a:srgbClr val="C0912D">
                <a:alpha val="60000"/>
              </a:srgbClr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9530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863012" y="6011241"/>
            <a:ext cx="5959904" cy="20203"/>
            <a:chOff x="0" y="0"/>
            <a:chExt cx="7493000" cy="25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493000" cy="25400"/>
            </a:xfrm>
            <a:custGeom>
              <a:avLst/>
              <a:gdLst/>
              <a:ahLst/>
              <a:cxnLst/>
              <a:rect r="r" b="b" t="t" l="l"/>
              <a:pathLst>
                <a:path h="25400" w="7493000">
                  <a:moveTo>
                    <a:pt x="0" y="0"/>
                  </a:moveTo>
                  <a:lnTo>
                    <a:pt x="7493000" y="0"/>
                  </a:lnTo>
                  <a:lnTo>
                    <a:pt x="7493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C0912D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74930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5624512" y="3857625"/>
            <a:ext cx="3429000" cy="2190750"/>
            <a:chOff x="0" y="0"/>
            <a:chExt cx="4572000" cy="2921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572000" cy="2921000"/>
            </a:xfrm>
            <a:custGeom>
              <a:avLst/>
              <a:gdLst/>
              <a:ahLst/>
              <a:cxnLst/>
              <a:rect r="r" b="b" t="t" l="l"/>
              <a:pathLst>
                <a:path h="2921000" w="4572000">
                  <a:moveTo>
                    <a:pt x="254000" y="0"/>
                  </a:moveTo>
                  <a:lnTo>
                    <a:pt x="4318000" y="0"/>
                  </a:lnTo>
                  <a:cubicBezTo>
                    <a:pt x="4458280" y="0"/>
                    <a:pt x="4572000" y="113720"/>
                    <a:pt x="4572000" y="254000"/>
                  </a:cubicBezTo>
                  <a:lnTo>
                    <a:pt x="4572000" y="2667000"/>
                  </a:lnTo>
                  <a:cubicBezTo>
                    <a:pt x="4572000" y="2807280"/>
                    <a:pt x="4458280" y="2921000"/>
                    <a:pt x="4318000" y="2921000"/>
                  </a:cubicBezTo>
                  <a:lnTo>
                    <a:pt x="254000" y="2921000"/>
                  </a:lnTo>
                  <a:cubicBezTo>
                    <a:pt x="113720" y="2921000"/>
                    <a:pt x="0" y="2807280"/>
                    <a:pt x="0" y="2667000"/>
                  </a:cubicBezTo>
                  <a:lnTo>
                    <a:pt x="0" y="254000"/>
                  </a:lnTo>
                  <a:cubicBezTo>
                    <a:pt x="0" y="113720"/>
                    <a:pt x="113720" y="0"/>
                    <a:pt x="254000" y="0"/>
                  </a:cubicBezTo>
                  <a:close/>
                </a:path>
              </a:pathLst>
            </a:custGeom>
            <a:solidFill>
              <a:srgbClr val="16311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4572000" cy="295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815138" y="5524500"/>
            <a:ext cx="1047750" cy="1047750"/>
            <a:chOff x="0" y="0"/>
            <a:chExt cx="1397000" cy="1397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3970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1397000">
                  <a:moveTo>
                    <a:pt x="0" y="698500"/>
                  </a:moveTo>
                  <a:cubicBezTo>
                    <a:pt x="0" y="1084271"/>
                    <a:pt x="312729" y="1397000"/>
                    <a:pt x="698500" y="1397000"/>
                  </a:cubicBezTo>
                  <a:cubicBezTo>
                    <a:pt x="1084271" y="1397000"/>
                    <a:pt x="1397000" y="1084271"/>
                    <a:pt x="1397000" y="698500"/>
                  </a:cubicBezTo>
                  <a:cubicBezTo>
                    <a:pt x="1397000" y="312729"/>
                    <a:pt x="1084271" y="0"/>
                    <a:pt x="698500" y="0"/>
                  </a:cubicBezTo>
                  <a:cubicBezTo>
                    <a:pt x="312729" y="0"/>
                    <a:pt x="0" y="312729"/>
                    <a:pt x="0" y="698500"/>
                  </a:cubicBezTo>
                  <a:close/>
                </a:path>
              </a:pathLst>
            </a:custGeom>
            <a:solidFill>
              <a:srgbClr val="E1BF75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397000" cy="143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5216957" y="1827008"/>
            <a:ext cx="4244112" cy="707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5710"/>
              </a:lnSpc>
            </a:pPr>
            <a:r>
              <a:rPr lang="ar-EG" sz="4079">
                <a:solidFill>
                  <a:srgbClr val="5D6B62"/>
                </a:solidFill>
                <a:latin typeface="IBM Plex Sans Arabic"/>
                <a:ea typeface="IBM Plex Sans Arabic"/>
                <a:cs typeface="IBM Plex Sans Arabic"/>
                <a:sym typeface="IBM Plex Sans Arabic"/>
                <a:rtl val="true"/>
              </a:rPr>
              <a:t>من الفكرة إلى التشغيل 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720638" y="4733925"/>
            <a:ext cx="2000250" cy="3219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2729"/>
              </a:lnSpc>
            </a:pPr>
            <a:r>
              <a:rPr lang="ar-EG" b="true" sz="1950">
                <a:solidFill>
                  <a:srgbClr val="1B2A20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  <a:rtl val="true"/>
              </a:rPr>
              <a:t>الفكرة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720638" y="5124450"/>
            <a:ext cx="2000250" cy="240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1995"/>
              </a:lnSpc>
            </a:pPr>
            <a:r>
              <a:rPr lang="ar-EG" sz="1425">
                <a:solidFill>
                  <a:srgbClr val="5D6B62"/>
                </a:solidFill>
                <a:latin typeface="IBM Plex Sans Arabic"/>
                <a:ea typeface="IBM Plex Sans Arabic"/>
                <a:cs typeface="IBM Plex Sans Arabic"/>
                <a:sym typeface="IBM Plex Sans Arabic"/>
                <a:rtl val="true"/>
              </a:rPr>
              <a:t>الحاجة كما رأيناها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815638" y="4733925"/>
            <a:ext cx="2000250" cy="3219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2729"/>
              </a:lnSpc>
            </a:pPr>
            <a:r>
              <a:rPr lang="ar-EG" b="true" sz="1950">
                <a:solidFill>
                  <a:srgbClr val="1B2A20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  <a:rtl val="true"/>
              </a:rPr>
              <a:t>دراسة المشكلة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625138" y="5124450"/>
            <a:ext cx="2381250" cy="240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1995"/>
              </a:lnSpc>
            </a:pPr>
            <a:r>
              <a:rPr lang="ar-EG" sz="1425">
                <a:solidFill>
                  <a:srgbClr val="5D6B62"/>
                </a:solidFill>
                <a:latin typeface="IBM Plex Sans Arabic"/>
                <a:ea typeface="IBM Plex Sans Arabic"/>
                <a:cs typeface="IBM Plex Sans Arabic"/>
                <a:sym typeface="IBM Plex Sans Arabic"/>
                <a:rtl val="true"/>
              </a:rPr>
              <a:t>أرقام رسمية وحلول قائمة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910638" y="4733925"/>
            <a:ext cx="2000250" cy="3219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2729"/>
              </a:lnSpc>
            </a:pPr>
            <a:r>
              <a:rPr lang="ar-EG" b="true" sz="1950">
                <a:solidFill>
                  <a:srgbClr val="1B2A20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  <a:rtl val="true"/>
              </a:rPr>
              <a:t>النموذج الأولي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910638" y="5124450"/>
            <a:ext cx="2000250" cy="240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1995"/>
              </a:lnSpc>
            </a:pPr>
            <a:r>
              <a:rPr lang="ar-EG" sz="1425">
                <a:solidFill>
                  <a:srgbClr val="5D6B62"/>
                </a:solidFill>
                <a:latin typeface="IBM Plex Sans Arabic"/>
                <a:ea typeface="IBM Plex Sans Arabic"/>
                <a:cs typeface="IBM Plex Sans Arabic"/>
                <a:sym typeface="IBM Plex Sans Arabic"/>
                <a:rtl val="true"/>
              </a:rPr>
              <a:t>دائرة وهيكل بأيدينا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3320712" y="5648325"/>
            <a:ext cx="800100" cy="800100"/>
            <a:chOff x="0" y="0"/>
            <a:chExt cx="1066800" cy="1066800"/>
          </a:xfrm>
        </p:grpSpPr>
        <p:grpSp>
          <p:nvGrpSpPr>
            <p:cNvPr name="Group 27" id="27"/>
            <p:cNvGrpSpPr/>
            <p:nvPr/>
          </p:nvGrpSpPr>
          <p:grpSpPr>
            <a:xfrm rot="0">
              <a:off x="0" y="0"/>
              <a:ext cx="1066800" cy="1066800"/>
              <a:chOff x="0" y="0"/>
              <a:chExt cx="1066800" cy="1066800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1066800" cy="1066800"/>
              </a:xfrm>
              <a:custGeom>
                <a:avLst/>
                <a:gdLst/>
                <a:ahLst/>
                <a:cxnLst/>
                <a:rect r="r" b="b" t="t" l="l"/>
                <a:pathLst>
                  <a:path h="1066800" w="1066800">
                    <a:moveTo>
                      <a:pt x="0" y="533400"/>
                    </a:moveTo>
                    <a:cubicBezTo>
                      <a:pt x="0" y="827989"/>
                      <a:pt x="238811" y="1066800"/>
                      <a:pt x="533400" y="1066800"/>
                    </a:cubicBezTo>
                    <a:cubicBezTo>
                      <a:pt x="827989" y="1066800"/>
                      <a:pt x="1066800" y="827989"/>
                      <a:pt x="1066800" y="533400"/>
                    </a:cubicBezTo>
                    <a:cubicBezTo>
                      <a:pt x="1066800" y="238811"/>
                      <a:pt x="827989" y="0"/>
                      <a:pt x="533400" y="0"/>
                    </a:cubicBezTo>
                    <a:cubicBezTo>
                      <a:pt x="238811" y="0"/>
                      <a:pt x="0" y="238811"/>
                      <a:pt x="0" y="533400"/>
                    </a:cubicBezTo>
                    <a:close/>
                  </a:path>
                </a:pathLst>
              </a:custGeom>
              <a:solidFill>
                <a:srgbClr val="16311F"/>
              </a:solid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-38100"/>
                <a:ext cx="1066800" cy="1104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0" id="30"/>
            <p:cNvSpPr txBox="true"/>
            <p:nvPr/>
          </p:nvSpPr>
          <p:spPr>
            <a:xfrm rot="0">
              <a:off x="0" y="207912"/>
              <a:ext cx="1066800" cy="55820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69"/>
                </a:lnSpc>
              </a:pPr>
              <a:r>
                <a:rPr lang="en-US" sz="2550" b="true">
                  <a:solidFill>
                    <a:srgbClr val="F5F3EE"/>
                  </a:solidFill>
                  <a:latin typeface="IBM Plex Sans Arabic Bold"/>
                  <a:ea typeface="IBM Plex Sans Arabic Bold"/>
                  <a:cs typeface="IBM Plex Sans Arabic Bold"/>
                  <a:sym typeface="IBM Plex Sans Arabic Bold"/>
                </a:rPr>
                <a:t>1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1415712" y="5648325"/>
            <a:ext cx="800100" cy="800100"/>
            <a:chOff x="0" y="0"/>
            <a:chExt cx="1066800" cy="1066800"/>
          </a:xfrm>
        </p:grpSpPr>
        <p:grpSp>
          <p:nvGrpSpPr>
            <p:cNvPr name="Group 32" id="32"/>
            <p:cNvGrpSpPr/>
            <p:nvPr/>
          </p:nvGrpSpPr>
          <p:grpSpPr>
            <a:xfrm rot="0">
              <a:off x="0" y="0"/>
              <a:ext cx="1066800" cy="1066800"/>
              <a:chOff x="0" y="0"/>
              <a:chExt cx="1066800" cy="1066800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1066800" cy="1066800"/>
              </a:xfrm>
              <a:custGeom>
                <a:avLst/>
                <a:gdLst/>
                <a:ahLst/>
                <a:cxnLst/>
                <a:rect r="r" b="b" t="t" l="l"/>
                <a:pathLst>
                  <a:path h="1066800" w="1066800">
                    <a:moveTo>
                      <a:pt x="0" y="533400"/>
                    </a:moveTo>
                    <a:cubicBezTo>
                      <a:pt x="0" y="827989"/>
                      <a:pt x="238811" y="1066800"/>
                      <a:pt x="533400" y="1066800"/>
                    </a:cubicBezTo>
                    <a:cubicBezTo>
                      <a:pt x="827989" y="1066800"/>
                      <a:pt x="1066800" y="827989"/>
                      <a:pt x="1066800" y="533400"/>
                    </a:cubicBezTo>
                    <a:cubicBezTo>
                      <a:pt x="1066800" y="238811"/>
                      <a:pt x="827989" y="0"/>
                      <a:pt x="533400" y="0"/>
                    </a:cubicBezTo>
                    <a:cubicBezTo>
                      <a:pt x="238811" y="0"/>
                      <a:pt x="0" y="238811"/>
                      <a:pt x="0" y="533400"/>
                    </a:cubicBezTo>
                    <a:close/>
                  </a:path>
                </a:pathLst>
              </a:custGeom>
              <a:solidFill>
                <a:srgbClr val="16311F"/>
              </a:solidFill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0" y="-38100"/>
                <a:ext cx="1066800" cy="1104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5" id="35"/>
            <p:cNvSpPr txBox="true"/>
            <p:nvPr/>
          </p:nvSpPr>
          <p:spPr>
            <a:xfrm rot="0">
              <a:off x="0" y="207912"/>
              <a:ext cx="1066800" cy="55820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69"/>
                </a:lnSpc>
              </a:pPr>
              <a:r>
                <a:rPr lang="en-US" sz="2550" b="true">
                  <a:solidFill>
                    <a:srgbClr val="F5F3EE"/>
                  </a:solidFill>
                  <a:latin typeface="IBM Plex Sans Arabic Bold"/>
                  <a:ea typeface="IBM Plex Sans Arabic Bold"/>
                  <a:cs typeface="IBM Plex Sans Arabic Bold"/>
                  <a:sym typeface="IBM Plex Sans Arabic Bold"/>
                </a:rPr>
                <a:t>2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9510712" y="5648325"/>
            <a:ext cx="800100" cy="800100"/>
            <a:chOff x="0" y="0"/>
            <a:chExt cx="1066800" cy="1066800"/>
          </a:xfrm>
        </p:grpSpPr>
        <p:grpSp>
          <p:nvGrpSpPr>
            <p:cNvPr name="Group 37" id="37"/>
            <p:cNvGrpSpPr/>
            <p:nvPr/>
          </p:nvGrpSpPr>
          <p:grpSpPr>
            <a:xfrm rot="0">
              <a:off x="0" y="0"/>
              <a:ext cx="1066800" cy="1066800"/>
              <a:chOff x="0" y="0"/>
              <a:chExt cx="1066800" cy="1066800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1066800" cy="1066800"/>
              </a:xfrm>
              <a:custGeom>
                <a:avLst/>
                <a:gdLst/>
                <a:ahLst/>
                <a:cxnLst/>
                <a:rect r="r" b="b" t="t" l="l"/>
                <a:pathLst>
                  <a:path h="1066800" w="1066800">
                    <a:moveTo>
                      <a:pt x="0" y="533400"/>
                    </a:moveTo>
                    <a:cubicBezTo>
                      <a:pt x="0" y="827989"/>
                      <a:pt x="238811" y="1066800"/>
                      <a:pt x="533400" y="1066800"/>
                    </a:cubicBezTo>
                    <a:cubicBezTo>
                      <a:pt x="827989" y="1066800"/>
                      <a:pt x="1066800" y="827989"/>
                      <a:pt x="1066800" y="533400"/>
                    </a:cubicBezTo>
                    <a:cubicBezTo>
                      <a:pt x="1066800" y="238811"/>
                      <a:pt x="827989" y="0"/>
                      <a:pt x="533400" y="0"/>
                    </a:cubicBezTo>
                    <a:cubicBezTo>
                      <a:pt x="238811" y="0"/>
                      <a:pt x="0" y="238811"/>
                      <a:pt x="0" y="533400"/>
                    </a:cubicBezTo>
                    <a:close/>
                  </a:path>
                </a:pathLst>
              </a:custGeom>
              <a:solidFill>
                <a:srgbClr val="16311F"/>
              </a:solidFill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0" y="-38100"/>
                <a:ext cx="1066800" cy="1104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40" id="40"/>
            <p:cNvSpPr txBox="true"/>
            <p:nvPr/>
          </p:nvSpPr>
          <p:spPr>
            <a:xfrm rot="0">
              <a:off x="0" y="207912"/>
              <a:ext cx="1066800" cy="55820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69"/>
                </a:lnSpc>
              </a:pPr>
              <a:r>
                <a:rPr lang="en-US" sz="2550" b="true">
                  <a:solidFill>
                    <a:srgbClr val="F5F3EE"/>
                  </a:solidFill>
                  <a:latin typeface="IBM Plex Sans Arabic Bold"/>
                  <a:ea typeface="IBM Plex Sans Arabic Bold"/>
                  <a:cs typeface="IBM Plex Sans Arabic Bold"/>
                  <a:sym typeface="IBM Plex Sans Arabic Bold"/>
                </a:rPr>
                <a:t>3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2462212" y="5621293"/>
            <a:ext cx="800100" cy="800100"/>
            <a:chOff x="0" y="0"/>
            <a:chExt cx="1066800" cy="10668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066800" cy="1066800"/>
            </a:xfrm>
            <a:custGeom>
              <a:avLst/>
              <a:gdLst/>
              <a:ahLst/>
              <a:cxnLst/>
              <a:rect r="r" b="b" t="t" l="l"/>
              <a:pathLst>
                <a:path h="1066800" w="1066800">
                  <a:moveTo>
                    <a:pt x="0" y="533400"/>
                  </a:moveTo>
                  <a:cubicBezTo>
                    <a:pt x="0" y="827989"/>
                    <a:pt x="238811" y="1066800"/>
                    <a:pt x="533400" y="1066800"/>
                  </a:cubicBezTo>
                  <a:cubicBezTo>
                    <a:pt x="827989" y="1066800"/>
                    <a:pt x="1066800" y="827989"/>
                    <a:pt x="1066800" y="533400"/>
                  </a:cubicBezTo>
                  <a:cubicBezTo>
                    <a:pt x="1066800" y="238811"/>
                    <a:pt x="827989" y="0"/>
                    <a:pt x="533400" y="0"/>
                  </a:cubicBezTo>
                  <a:cubicBezTo>
                    <a:pt x="238811" y="0"/>
                    <a:pt x="0" y="238811"/>
                    <a:pt x="0" y="533400"/>
                  </a:cubicBezTo>
                  <a:close/>
                </a:path>
              </a:pathLst>
            </a:custGeom>
            <a:solidFill>
              <a:srgbClr val="F5F3EE"/>
            </a:solidFill>
            <a:ln w="28575" cap="sq">
              <a:solidFill>
                <a:srgbClr val="C0912D"/>
              </a:solidFill>
              <a:prstDash val="solid"/>
              <a:miter/>
            </a:ln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1066800" cy="1104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44" id="44"/>
          <p:cNvSpPr txBox="true"/>
          <p:nvPr/>
        </p:nvSpPr>
        <p:spPr>
          <a:xfrm rot="0">
            <a:off x="1862138" y="4733925"/>
            <a:ext cx="2000250" cy="3219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2729"/>
              </a:lnSpc>
            </a:pPr>
            <a:r>
              <a:rPr lang="ar-EG" b="true" sz="1950">
                <a:solidFill>
                  <a:srgbClr val="5D6B62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  <a:rtl val="true"/>
              </a:rPr>
              <a:t>تجربة ميدانية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862138" y="5124450"/>
            <a:ext cx="2000250" cy="240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1995"/>
              </a:lnSpc>
            </a:pPr>
            <a:r>
              <a:rPr lang="ar-EG" sz="1425">
                <a:solidFill>
                  <a:srgbClr val="9AA39C"/>
                </a:solidFill>
                <a:latin typeface="IBM Plex Sans Arabic"/>
                <a:ea typeface="IBM Plex Sans Arabic"/>
                <a:cs typeface="IBM Plex Sans Arabic"/>
                <a:sym typeface="IBM Plex Sans Arabic"/>
                <a:rtl val="true"/>
              </a:rPr>
              <a:t>اختبار داخل الحرم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2462212" y="5772150"/>
            <a:ext cx="800100" cy="4305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9"/>
              </a:lnSpc>
            </a:pPr>
            <a:r>
              <a:rPr lang="en-US" b="true" sz="2550">
                <a:solidFill>
                  <a:srgbClr val="8A6516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</a:rPr>
              <a:t>6</a:t>
            </a:r>
          </a:p>
        </p:txBody>
      </p:sp>
      <p:grpSp>
        <p:nvGrpSpPr>
          <p:cNvPr name="Group 47" id="47"/>
          <p:cNvGrpSpPr/>
          <p:nvPr/>
        </p:nvGrpSpPr>
        <p:grpSpPr>
          <a:xfrm rot="0">
            <a:off x="147638" y="4762500"/>
            <a:ext cx="2000250" cy="1668994"/>
            <a:chOff x="0" y="0"/>
            <a:chExt cx="2667000" cy="2225325"/>
          </a:xfrm>
        </p:grpSpPr>
        <p:sp>
          <p:nvSpPr>
            <p:cNvPr name="TextBox 48" id="48"/>
            <p:cNvSpPr txBox="true"/>
            <p:nvPr/>
          </p:nvSpPr>
          <p:spPr>
            <a:xfrm rot="0">
              <a:off x="0" y="-28575"/>
              <a:ext cx="2667000" cy="4197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rtl="true">
                <a:lnSpc>
                  <a:spcPts val="2729"/>
                </a:lnSpc>
              </a:pPr>
              <a:r>
                <a:rPr lang="ar-EG" b="true" sz="1950">
                  <a:solidFill>
                    <a:srgbClr val="5D6B62"/>
                  </a:solidFill>
                  <a:latin typeface="IBM Plex Sans Arabic Bold"/>
                  <a:ea typeface="IBM Plex Sans Arabic Bold"/>
                  <a:cs typeface="IBM Plex Sans Arabic Bold"/>
                  <a:sym typeface="IBM Plex Sans Arabic Bold"/>
                  <a:rtl val="true"/>
                </a:rPr>
                <a:t>التوسّع</a:t>
              </a:r>
            </a:p>
          </p:txBody>
        </p:sp>
        <p:sp>
          <p:nvSpPr>
            <p:cNvPr name="TextBox 49" id="49"/>
            <p:cNvSpPr txBox="true"/>
            <p:nvPr/>
          </p:nvSpPr>
          <p:spPr>
            <a:xfrm rot="0">
              <a:off x="0" y="492125"/>
              <a:ext cx="2667000" cy="3105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rtl="true">
                <a:lnSpc>
                  <a:spcPts val="1995"/>
                </a:lnSpc>
              </a:pPr>
              <a:r>
                <a:rPr lang="ar-EG" sz="1425">
                  <a:solidFill>
                    <a:srgbClr val="9AA39C"/>
                  </a:solidFill>
                  <a:latin typeface="IBM Plex Sans Arabic"/>
                  <a:ea typeface="IBM Plex Sans Arabic"/>
                  <a:cs typeface="IBM Plex Sans Arabic"/>
                  <a:sym typeface="IBM Plex Sans Arabic"/>
                  <a:rtl val="true"/>
                </a:rPr>
                <a:t>مكة والمشاعر</a:t>
              </a:r>
            </a:p>
          </p:txBody>
        </p:sp>
        <p:grpSp>
          <p:nvGrpSpPr>
            <p:cNvPr name="Group 50" id="50"/>
            <p:cNvGrpSpPr/>
            <p:nvPr/>
          </p:nvGrpSpPr>
          <p:grpSpPr>
            <a:xfrm rot="0">
              <a:off x="800100" y="1158525"/>
              <a:ext cx="1066800" cy="1066800"/>
              <a:chOff x="0" y="0"/>
              <a:chExt cx="1066800" cy="1066800"/>
            </a:xfrm>
          </p:grpSpPr>
          <p:sp>
            <p:nvSpPr>
              <p:cNvPr name="Freeform 51" id="51"/>
              <p:cNvSpPr/>
              <p:nvPr/>
            </p:nvSpPr>
            <p:spPr>
              <a:xfrm flipH="false" flipV="false" rot="0">
                <a:off x="0" y="0"/>
                <a:ext cx="1066800" cy="1066800"/>
              </a:xfrm>
              <a:custGeom>
                <a:avLst/>
                <a:gdLst/>
                <a:ahLst/>
                <a:cxnLst/>
                <a:rect r="r" b="b" t="t" l="l"/>
                <a:pathLst>
                  <a:path h="1066800" w="1066800">
                    <a:moveTo>
                      <a:pt x="0" y="533400"/>
                    </a:moveTo>
                    <a:cubicBezTo>
                      <a:pt x="0" y="827989"/>
                      <a:pt x="238811" y="1066800"/>
                      <a:pt x="533400" y="1066800"/>
                    </a:cubicBezTo>
                    <a:cubicBezTo>
                      <a:pt x="827989" y="1066800"/>
                      <a:pt x="1066800" y="827989"/>
                      <a:pt x="1066800" y="533400"/>
                    </a:cubicBezTo>
                    <a:cubicBezTo>
                      <a:pt x="1066800" y="238811"/>
                      <a:pt x="827989" y="0"/>
                      <a:pt x="533400" y="0"/>
                    </a:cubicBezTo>
                    <a:cubicBezTo>
                      <a:pt x="238811" y="0"/>
                      <a:pt x="0" y="238811"/>
                      <a:pt x="0" y="533400"/>
                    </a:cubicBezTo>
                    <a:close/>
                  </a:path>
                </a:pathLst>
              </a:custGeom>
              <a:solidFill>
                <a:srgbClr val="F5F3EE"/>
              </a:solidFill>
              <a:ln w="28575" cap="sq">
                <a:solidFill>
                  <a:srgbClr val="C0912D"/>
                </a:solidFill>
                <a:prstDash val="solid"/>
                <a:miter/>
              </a:ln>
            </p:spPr>
          </p:sp>
          <p:sp>
            <p:nvSpPr>
              <p:cNvPr name="TextBox 52" id="52"/>
              <p:cNvSpPr txBox="true"/>
              <p:nvPr/>
            </p:nvSpPr>
            <p:spPr>
              <a:xfrm>
                <a:off x="0" y="-38100"/>
                <a:ext cx="1066800" cy="1104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53" id="53"/>
            <p:cNvSpPr txBox="true"/>
            <p:nvPr/>
          </p:nvSpPr>
          <p:spPr>
            <a:xfrm rot="0">
              <a:off x="800100" y="1366438"/>
              <a:ext cx="1066800" cy="55820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69"/>
                </a:lnSpc>
              </a:pPr>
              <a:r>
                <a:rPr lang="en-US" sz="2550" b="true">
                  <a:solidFill>
                    <a:srgbClr val="8A6516"/>
                  </a:solidFill>
                  <a:latin typeface="IBM Plex Sans Arabic Bold"/>
                  <a:ea typeface="IBM Plex Sans Arabic Bold"/>
                  <a:cs typeface="IBM Plex Sans Arabic Bold"/>
                  <a:sym typeface="IBM Plex Sans Arabic Bold"/>
                </a:rPr>
                <a:t>7</a:t>
              </a:r>
            </a:p>
          </p:txBody>
        </p:sp>
      </p:grpSp>
      <p:sp>
        <p:nvSpPr>
          <p:cNvPr name="TextBox 54" id="54"/>
          <p:cNvSpPr txBox="true"/>
          <p:nvPr/>
        </p:nvSpPr>
        <p:spPr>
          <a:xfrm rot="0">
            <a:off x="6815138" y="5686425"/>
            <a:ext cx="1047750" cy="588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30"/>
              </a:lnSpc>
            </a:pPr>
            <a:r>
              <a:rPr lang="en-US" sz="3450" b="true">
                <a:solidFill>
                  <a:srgbClr val="16311F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</a:rPr>
              <a:t>4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5624512" y="4067175"/>
            <a:ext cx="34290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2310"/>
              </a:lnSpc>
            </a:pPr>
            <a:r>
              <a:rPr lang="ar-EG" b="true" sz="1650">
                <a:solidFill>
                  <a:srgbClr val="E1BF75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  <a:rtl val="true"/>
              </a:rPr>
              <a:t>نحن هنا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5624512" y="4419600"/>
            <a:ext cx="3429000" cy="4305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3569"/>
              </a:lnSpc>
            </a:pPr>
            <a:r>
              <a:rPr lang="ar-EG" b="true" sz="2550">
                <a:solidFill>
                  <a:srgbClr val="F5F3EE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  <a:rtl val="true"/>
              </a:rPr>
              <a:t>جهاز يعمل بالكامل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5719762" y="4991100"/>
            <a:ext cx="3238500" cy="257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100"/>
              </a:lnSpc>
              <a:spcBef>
                <a:spcPct val="0"/>
              </a:spcBef>
            </a:pPr>
            <a:r>
              <a:rPr lang="ar-EG" sz="1500" strike="noStrike" u="none">
                <a:solidFill>
                  <a:srgbClr val="CFD8D1"/>
                </a:solidFill>
                <a:latin typeface="IBM Plex Sans Arabic"/>
                <a:ea typeface="IBM Plex Sans Arabic"/>
                <a:cs typeface="IBM Plex Sans Arabic"/>
                <a:sym typeface="IBM Plex Sans Arabic"/>
                <a:rtl val="true"/>
              </a:rPr>
              <a:t>خمس لغات، بلا إنترنت</a:t>
            </a:r>
          </a:p>
        </p:txBody>
      </p:sp>
      <p:grpSp>
        <p:nvGrpSpPr>
          <p:cNvPr name="Group 58" id="58"/>
          <p:cNvGrpSpPr/>
          <p:nvPr/>
        </p:nvGrpSpPr>
        <p:grpSpPr>
          <a:xfrm rot="0">
            <a:off x="4233862" y="5621293"/>
            <a:ext cx="800100" cy="800100"/>
            <a:chOff x="0" y="0"/>
            <a:chExt cx="1066800" cy="106680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066800" cy="1066800"/>
            </a:xfrm>
            <a:custGeom>
              <a:avLst/>
              <a:gdLst/>
              <a:ahLst/>
              <a:cxnLst/>
              <a:rect r="r" b="b" t="t" l="l"/>
              <a:pathLst>
                <a:path h="1066800" w="1066800">
                  <a:moveTo>
                    <a:pt x="0" y="533400"/>
                  </a:moveTo>
                  <a:cubicBezTo>
                    <a:pt x="0" y="827989"/>
                    <a:pt x="238811" y="1066800"/>
                    <a:pt x="533400" y="1066800"/>
                  </a:cubicBezTo>
                  <a:cubicBezTo>
                    <a:pt x="827989" y="1066800"/>
                    <a:pt x="1066800" y="827989"/>
                    <a:pt x="1066800" y="533400"/>
                  </a:cubicBezTo>
                  <a:cubicBezTo>
                    <a:pt x="1066800" y="238811"/>
                    <a:pt x="827989" y="0"/>
                    <a:pt x="533400" y="0"/>
                  </a:cubicBezTo>
                  <a:cubicBezTo>
                    <a:pt x="238811" y="0"/>
                    <a:pt x="0" y="238811"/>
                    <a:pt x="0" y="533400"/>
                  </a:cubicBezTo>
                  <a:close/>
                </a:path>
              </a:pathLst>
            </a:custGeom>
            <a:solidFill>
              <a:srgbClr val="F5F3EE"/>
            </a:solidFill>
            <a:ln w="28575" cap="sq">
              <a:solidFill>
                <a:srgbClr val="C0912D"/>
              </a:solidFill>
              <a:prstDash val="solid"/>
              <a:miter/>
            </a:ln>
          </p:spPr>
        </p:sp>
        <p:sp>
          <p:nvSpPr>
            <p:cNvPr name="TextBox 60" id="60"/>
            <p:cNvSpPr txBox="true"/>
            <p:nvPr/>
          </p:nvSpPr>
          <p:spPr>
            <a:xfrm>
              <a:off x="0" y="-38100"/>
              <a:ext cx="1066800" cy="1104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1" id="61"/>
          <p:cNvSpPr txBox="true"/>
          <p:nvPr/>
        </p:nvSpPr>
        <p:spPr>
          <a:xfrm rot="0">
            <a:off x="3767308" y="4724400"/>
            <a:ext cx="1666704" cy="298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2450"/>
              </a:lnSpc>
            </a:pPr>
            <a:r>
              <a:rPr lang="ar-EG" b="true" sz="1750">
                <a:solidFill>
                  <a:srgbClr val="5D6B62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  <a:rtl val="true"/>
              </a:rPr>
              <a:t>مرحلة التطوير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3633788" y="5124450"/>
            <a:ext cx="2000250" cy="240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1995"/>
              </a:lnSpc>
            </a:pPr>
            <a:r>
              <a:rPr lang="ar-EG" sz="1425">
                <a:solidFill>
                  <a:srgbClr val="9AA39C"/>
                </a:solidFill>
                <a:latin typeface="IBM Plex Sans Arabic"/>
                <a:ea typeface="IBM Plex Sans Arabic"/>
                <a:cs typeface="IBM Plex Sans Arabic"/>
                <a:sym typeface="IBM Plex Sans Arabic"/>
                <a:rtl val="true"/>
              </a:rPr>
              <a:t>العمل و التطوير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4233862" y="5772150"/>
            <a:ext cx="800100" cy="4305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9"/>
              </a:lnSpc>
            </a:pPr>
            <a:r>
              <a:rPr lang="en-US" sz="2550" b="true">
                <a:solidFill>
                  <a:srgbClr val="8A6516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</a:rPr>
              <a:t>5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63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3503" y="-63503"/>
            <a:ext cx="15366997" cy="8699497"/>
          </a:xfrm>
          <a:custGeom>
            <a:avLst/>
            <a:gdLst/>
            <a:ahLst/>
            <a:cxnLst/>
            <a:rect r="r" b="b" t="t" l="l"/>
            <a:pathLst>
              <a:path h="8699497" w="15366997">
                <a:moveTo>
                  <a:pt x="0" y="0"/>
                </a:moveTo>
                <a:lnTo>
                  <a:pt x="15366997" y="0"/>
                </a:lnTo>
                <a:lnTo>
                  <a:pt x="15366997" y="8699497"/>
                </a:lnTo>
                <a:lnTo>
                  <a:pt x="0" y="86994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90600" y="457200"/>
            <a:ext cx="771525" cy="476250"/>
            <a:chOff x="0" y="0"/>
            <a:chExt cx="1028700" cy="635000"/>
          </a:xfrm>
        </p:grpSpPr>
        <p:sp>
          <p:nvSpPr>
            <p:cNvPr name="Freeform 4" id="4" descr="هاكاثون هداية"/>
            <p:cNvSpPr/>
            <p:nvPr/>
          </p:nvSpPr>
          <p:spPr>
            <a:xfrm flipH="false" flipV="false" rot="0">
              <a:off x="0" y="0"/>
              <a:ext cx="1028700" cy="635000"/>
            </a:xfrm>
            <a:custGeom>
              <a:avLst/>
              <a:gdLst/>
              <a:ahLst/>
              <a:cxnLst/>
              <a:rect r="r" b="b" t="t" l="l"/>
              <a:pathLst>
                <a:path h="635000" w="1028700">
                  <a:moveTo>
                    <a:pt x="0" y="0"/>
                  </a:moveTo>
                  <a:lnTo>
                    <a:pt x="1028700" y="0"/>
                  </a:lnTo>
                  <a:lnTo>
                    <a:pt x="1028700" y="635000"/>
                  </a:lnTo>
                  <a:lnTo>
                    <a:pt x="0" y="635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6526635" y="5531987"/>
            <a:ext cx="82544" cy="4848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b="true" sz="2700">
                <a:solidFill>
                  <a:srgbClr val="F5F3EE"/>
                </a:solidFill>
                <a:latin typeface="IBM Plex Sans Arabic Medium"/>
                <a:ea typeface="IBM Plex Sans Arabic Medium"/>
                <a:cs typeface="IBM Plex Sans Arabic Medium"/>
                <a:sym typeface="IBM Plex Sans Arabic Medium"/>
              </a:rPr>
              <a:t>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372704" y="3135103"/>
            <a:ext cx="8133598" cy="2064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6859"/>
              </a:lnSpc>
              <a:spcBef>
                <a:spcPct val="0"/>
              </a:spcBef>
            </a:pPr>
            <a:r>
              <a:rPr lang="ar-EG" b="true" sz="12042" strike="noStrike" u="none">
                <a:solidFill>
                  <a:srgbClr val="E1BF75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  <a:rtl val="true"/>
              </a:rPr>
              <a:t>ما هو هدفنا؟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028825" y="695325"/>
            <a:ext cx="10791825" cy="9525"/>
            <a:chOff x="0" y="0"/>
            <a:chExt cx="10791825" cy="95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791825" cy="9525"/>
            </a:xfrm>
            <a:custGeom>
              <a:avLst/>
              <a:gdLst/>
              <a:ahLst/>
              <a:cxnLst/>
              <a:rect r="r" b="b" t="t" l="l"/>
              <a:pathLst>
                <a:path h="9525" w="10791825">
                  <a:moveTo>
                    <a:pt x="0" y="9525"/>
                  </a:moveTo>
                  <a:lnTo>
                    <a:pt x="0" y="0"/>
                  </a:lnTo>
                  <a:lnTo>
                    <a:pt x="10791825" y="0"/>
                  </a:lnTo>
                  <a:lnTo>
                    <a:pt x="10791825" y="9525"/>
                  </a:lnTo>
                  <a:close/>
                </a:path>
              </a:pathLst>
            </a:custGeom>
            <a:solidFill>
              <a:srgbClr val="8A6516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3049822" y="324888"/>
            <a:ext cx="1233268" cy="767296"/>
          </a:xfrm>
          <a:custGeom>
            <a:avLst/>
            <a:gdLst/>
            <a:ahLst/>
            <a:cxnLst/>
            <a:rect r="r" b="b" t="t" l="l"/>
            <a:pathLst>
              <a:path h="767296" w="1233268">
                <a:moveTo>
                  <a:pt x="0" y="0"/>
                </a:moveTo>
                <a:lnTo>
                  <a:pt x="1233268" y="0"/>
                </a:lnTo>
                <a:lnTo>
                  <a:pt x="1233268" y="767296"/>
                </a:lnTo>
                <a:lnTo>
                  <a:pt x="0" y="7672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990600" y="457200"/>
            <a:ext cx="771525" cy="476250"/>
            <a:chOff x="0" y="0"/>
            <a:chExt cx="1028700" cy="635000"/>
          </a:xfrm>
        </p:grpSpPr>
        <p:sp>
          <p:nvSpPr>
            <p:cNvPr name="Freeform 6" id="6" descr="هاكاثون هداية"/>
            <p:cNvSpPr/>
            <p:nvPr/>
          </p:nvSpPr>
          <p:spPr>
            <a:xfrm flipH="false" flipV="false" rot="0">
              <a:off x="0" y="0"/>
              <a:ext cx="1028700" cy="635000"/>
            </a:xfrm>
            <a:custGeom>
              <a:avLst/>
              <a:gdLst/>
              <a:ahLst/>
              <a:cxnLst/>
              <a:rect r="r" b="b" t="t" l="l"/>
              <a:pathLst>
                <a:path h="635000" w="1028700">
                  <a:moveTo>
                    <a:pt x="0" y="0"/>
                  </a:moveTo>
                  <a:lnTo>
                    <a:pt x="1028700" y="0"/>
                  </a:lnTo>
                  <a:lnTo>
                    <a:pt x="1028700" y="635000"/>
                  </a:lnTo>
                  <a:lnTo>
                    <a:pt x="0" y="635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6660892" y="742950"/>
            <a:ext cx="1918216" cy="955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rtl="true">
              <a:lnSpc>
                <a:spcPts val="7731"/>
              </a:lnSpc>
            </a:pPr>
            <a:r>
              <a:rPr lang="ar-EG" b="true" sz="5522">
                <a:solidFill>
                  <a:srgbClr val="8A6516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  <a:rtl val="true"/>
              </a:rPr>
              <a:t>الفيديو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334099" y="3683003"/>
            <a:ext cx="59617" cy="344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>
                <a:solidFill>
                  <a:srgbClr val="5D6B62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 </a:t>
            </a:r>
          </a:p>
        </p:txBody>
      </p:sp>
      <p:pic>
        <p:nvPicPr>
          <p:cNvPr name="Picture 9" id="9">
            <a:hlinkClick action="ppaction://media"/>
          </p:cNvPr>
          <p:cNvPicPr>
            <a:picLocks noChangeAspect="true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7">
                  <p14:trim st="0.0000" end="-10.0000"/>
                </p14:media>
              </p:ext>
            </p:extLst>
          </p:nvPr>
        </p:nvPicPr>
        <p:blipFill>
          <a:blip r:embed="rId5"/>
          <a:srcRect l="0" t="446" r="0" b="446"/>
          <a:stretch>
            <a:fillRect/>
          </a:stretch>
        </p:blipFill>
        <p:spPr>
          <a:xfrm flipH="false" flipV="false" rot="0">
            <a:off x="2021048" y="1850450"/>
            <a:ext cx="11028774" cy="614831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dur="indefinite" restart="never" nodeType="tmRoot">
          <p:childTnLst>
            <p:video>
              <p:cMediaNode vol="70000">
                <p:cTn fill="hold" display="false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63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3503" y="-63503"/>
            <a:ext cx="15366997" cy="8699497"/>
          </a:xfrm>
          <a:custGeom>
            <a:avLst/>
            <a:gdLst/>
            <a:ahLst/>
            <a:cxnLst/>
            <a:rect r="r" b="b" t="t" l="l"/>
            <a:pathLst>
              <a:path h="8699497" w="15366997">
                <a:moveTo>
                  <a:pt x="0" y="0"/>
                </a:moveTo>
                <a:lnTo>
                  <a:pt x="15366997" y="0"/>
                </a:lnTo>
                <a:lnTo>
                  <a:pt x="15366997" y="8699497"/>
                </a:lnTo>
                <a:lnTo>
                  <a:pt x="0" y="86994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90600" y="457200"/>
            <a:ext cx="771525" cy="476250"/>
            <a:chOff x="0" y="0"/>
            <a:chExt cx="1028700" cy="635000"/>
          </a:xfrm>
        </p:grpSpPr>
        <p:sp>
          <p:nvSpPr>
            <p:cNvPr name="Freeform 4" id="4" descr="هاكاثون هداية"/>
            <p:cNvSpPr/>
            <p:nvPr/>
          </p:nvSpPr>
          <p:spPr>
            <a:xfrm flipH="false" flipV="false" rot="0">
              <a:off x="0" y="0"/>
              <a:ext cx="1028700" cy="635000"/>
            </a:xfrm>
            <a:custGeom>
              <a:avLst/>
              <a:gdLst/>
              <a:ahLst/>
              <a:cxnLst/>
              <a:rect r="r" b="b" t="t" l="l"/>
              <a:pathLst>
                <a:path h="635000" w="1028700">
                  <a:moveTo>
                    <a:pt x="0" y="0"/>
                  </a:moveTo>
                  <a:lnTo>
                    <a:pt x="1028700" y="0"/>
                  </a:lnTo>
                  <a:lnTo>
                    <a:pt x="1028700" y="635000"/>
                  </a:lnTo>
                  <a:lnTo>
                    <a:pt x="0" y="635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4694930" y="3128963"/>
            <a:ext cx="5967222" cy="29798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6396"/>
              </a:lnSpc>
            </a:pPr>
            <a:r>
              <a:rPr lang="ar-EG" b="true" sz="3000">
                <a:solidFill>
                  <a:srgbClr val="E1BF75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  <a:rtl val="true"/>
              </a:rPr>
              <a:t>واﻵن</a:t>
            </a:r>
          </a:p>
          <a:p>
            <a:pPr algn="ctr" rtl="true">
              <a:lnSpc>
                <a:spcPts val="21106"/>
              </a:lnSpc>
            </a:pPr>
            <a:r>
              <a:rPr lang="ar-EG" b="true" sz="9900">
                <a:solidFill>
                  <a:srgbClr val="E1BF75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  <a:rtl val="true"/>
              </a:rPr>
              <a:t>اﻟﺠﻬﺎز ﻧﻔﺴﻪ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028825" y="695325"/>
            <a:ext cx="10791825" cy="9525"/>
            <a:chOff x="0" y="0"/>
            <a:chExt cx="14389100" cy="127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389100" cy="12700"/>
            </a:xfrm>
            <a:custGeom>
              <a:avLst/>
              <a:gdLst/>
              <a:ahLst/>
              <a:cxnLst/>
              <a:rect r="r" b="b" t="t" l="l"/>
              <a:pathLst>
                <a:path h="12700" w="14389100">
                  <a:moveTo>
                    <a:pt x="0" y="12700"/>
                  </a:moveTo>
                  <a:lnTo>
                    <a:pt x="0" y="0"/>
                  </a:lnTo>
                  <a:lnTo>
                    <a:pt x="14389100" y="0"/>
                  </a:lnTo>
                  <a:lnTo>
                    <a:pt x="14389100" y="12700"/>
                  </a:lnTo>
                  <a:close/>
                </a:path>
              </a:pathLst>
            </a:custGeom>
            <a:solidFill>
              <a:srgbClr val="8A651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4389100" cy="50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5" id="5" descr="هاكاثون هداية"/>
          <p:cNvSpPr/>
          <p:nvPr/>
        </p:nvSpPr>
        <p:spPr>
          <a:xfrm flipH="false" flipV="false" rot="0">
            <a:off x="990600" y="457200"/>
            <a:ext cx="771525" cy="476250"/>
          </a:xfrm>
          <a:custGeom>
            <a:avLst/>
            <a:gdLst/>
            <a:ahLst/>
            <a:cxnLst/>
            <a:rect r="r" b="b" t="t" l="l"/>
            <a:pathLst>
              <a:path h="476250" w="771525">
                <a:moveTo>
                  <a:pt x="0" y="0"/>
                </a:moveTo>
                <a:lnTo>
                  <a:pt x="771525" y="0"/>
                </a:lnTo>
                <a:lnTo>
                  <a:pt x="771525" y="476250"/>
                </a:lnTo>
                <a:lnTo>
                  <a:pt x="0" y="4762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18" r="0" b="-118"/>
            </a:stretch>
          </a:blipFill>
        </p:spPr>
      </p:sp>
      <p:sp>
        <p:nvSpPr>
          <p:cNvPr name="Freeform 6" id="6" descr="شعار مُعين"/>
          <p:cNvSpPr/>
          <p:nvPr/>
        </p:nvSpPr>
        <p:spPr>
          <a:xfrm flipH="false" flipV="false" rot="0">
            <a:off x="13049822" y="324888"/>
            <a:ext cx="1233268" cy="767296"/>
          </a:xfrm>
          <a:custGeom>
            <a:avLst/>
            <a:gdLst/>
            <a:ahLst/>
            <a:cxnLst/>
            <a:rect r="r" b="b" t="t" l="l"/>
            <a:pathLst>
              <a:path h="767296" w="1233268">
                <a:moveTo>
                  <a:pt x="0" y="0"/>
                </a:moveTo>
                <a:lnTo>
                  <a:pt x="1233268" y="0"/>
                </a:lnTo>
                <a:lnTo>
                  <a:pt x="1233268" y="767296"/>
                </a:lnTo>
                <a:lnTo>
                  <a:pt x="0" y="76729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291" t="0" r="-291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1201400" y="3238500"/>
            <a:ext cx="3048000" cy="2286000"/>
            <a:chOff x="0" y="0"/>
            <a:chExt cx="4064000" cy="3048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064000" cy="3048000"/>
            </a:xfrm>
            <a:custGeom>
              <a:avLst/>
              <a:gdLst/>
              <a:ahLst/>
              <a:cxnLst/>
              <a:rect r="r" b="b" t="t" l="l"/>
              <a:pathLst>
                <a:path h="3048000" w="4064000">
                  <a:moveTo>
                    <a:pt x="228600" y="0"/>
                  </a:moveTo>
                  <a:lnTo>
                    <a:pt x="3835400" y="0"/>
                  </a:lnTo>
                  <a:cubicBezTo>
                    <a:pt x="3961652" y="0"/>
                    <a:pt x="4064000" y="102348"/>
                    <a:pt x="4064000" y="228600"/>
                  </a:cubicBezTo>
                  <a:lnTo>
                    <a:pt x="4064000" y="2819400"/>
                  </a:lnTo>
                  <a:cubicBezTo>
                    <a:pt x="4064000" y="2945652"/>
                    <a:pt x="3961652" y="3048000"/>
                    <a:pt x="3835400" y="3048000"/>
                  </a:cubicBezTo>
                  <a:lnTo>
                    <a:pt x="228600" y="3048000"/>
                  </a:lnTo>
                  <a:cubicBezTo>
                    <a:pt x="102348" y="3048000"/>
                    <a:pt x="0" y="2945652"/>
                    <a:pt x="0" y="2819400"/>
                  </a:cubicBezTo>
                  <a:lnTo>
                    <a:pt x="0" y="228600"/>
                  </a:lnTo>
                  <a:cubicBezTo>
                    <a:pt x="0" y="102348"/>
                    <a:pt x="102348" y="0"/>
                    <a:pt x="228600" y="0"/>
                  </a:cubicBezTo>
                  <a:close/>
                </a:path>
              </a:pathLst>
            </a:custGeom>
            <a:solidFill>
              <a:srgbClr val="EFEBE1"/>
            </a:solidFill>
            <a:ln w="9525" cap="sq">
              <a:solidFill>
                <a:srgbClr val="D9C9A4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064000" cy="308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096000" y="3238500"/>
            <a:ext cx="3048000" cy="2286000"/>
            <a:chOff x="0" y="0"/>
            <a:chExt cx="4064000" cy="3048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064000" cy="3048000"/>
            </a:xfrm>
            <a:custGeom>
              <a:avLst/>
              <a:gdLst/>
              <a:ahLst/>
              <a:cxnLst/>
              <a:rect r="r" b="b" t="t" l="l"/>
              <a:pathLst>
                <a:path h="3048000" w="4064000">
                  <a:moveTo>
                    <a:pt x="228600" y="0"/>
                  </a:moveTo>
                  <a:lnTo>
                    <a:pt x="3835400" y="0"/>
                  </a:lnTo>
                  <a:cubicBezTo>
                    <a:pt x="3961652" y="0"/>
                    <a:pt x="4064000" y="102348"/>
                    <a:pt x="4064000" y="228600"/>
                  </a:cubicBezTo>
                  <a:lnTo>
                    <a:pt x="4064000" y="2819400"/>
                  </a:lnTo>
                  <a:cubicBezTo>
                    <a:pt x="4064000" y="2945652"/>
                    <a:pt x="3961652" y="3048000"/>
                    <a:pt x="3835400" y="3048000"/>
                  </a:cubicBezTo>
                  <a:lnTo>
                    <a:pt x="228600" y="3048000"/>
                  </a:lnTo>
                  <a:cubicBezTo>
                    <a:pt x="102348" y="3048000"/>
                    <a:pt x="0" y="2945652"/>
                    <a:pt x="0" y="2819400"/>
                  </a:cubicBezTo>
                  <a:lnTo>
                    <a:pt x="0" y="228600"/>
                  </a:lnTo>
                  <a:cubicBezTo>
                    <a:pt x="0" y="102348"/>
                    <a:pt x="102348" y="0"/>
                    <a:pt x="228600" y="0"/>
                  </a:cubicBezTo>
                  <a:close/>
                </a:path>
              </a:pathLst>
            </a:custGeom>
            <a:solidFill>
              <a:srgbClr val="EFEBE1"/>
            </a:solidFill>
            <a:ln w="9525" cap="sq">
              <a:solidFill>
                <a:srgbClr val="D9C9A4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4064000" cy="308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90600" y="3238500"/>
            <a:ext cx="3048000" cy="2286000"/>
            <a:chOff x="0" y="0"/>
            <a:chExt cx="4064000" cy="3048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064000" cy="3048000"/>
            </a:xfrm>
            <a:custGeom>
              <a:avLst/>
              <a:gdLst/>
              <a:ahLst/>
              <a:cxnLst/>
              <a:rect r="r" b="b" t="t" l="l"/>
              <a:pathLst>
                <a:path h="3048000" w="4064000">
                  <a:moveTo>
                    <a:pt x="228600" y="0"/>
                  </a:moveTo>
                  <a:lnTo>
                    <a:pt x="3835400" y="0"/>
                  </a:lnTo>
                  <a:cubicBezTo>
                    <a:pt x="3961652" y="0"/>
                    <a:pt x="4064000" y="102348"/>
                    <a:pt x="4064000" y="228600"/>
                  </a:cubicBezTo>
                  <a:lnTo>
                    <a:pt x="4064000" y="2819400"/>
                  </a:lnTo>
                  <a:cubicBezTo>
                    <a:pt x="4064000" y="2945652"/>
                    <a:pt x="3961652" y="3048000"/>
                    <a:pt x="3835400" y="3048000"/>
                  </a:cubicBezTo>
                  <a:lnTo>
                    <a:pt x="228600" y="3048000"/>
                  </a:lnTo>
                  <a:cubicBezTo>
                    <a:pt x="102348" y="3048000"/>
                    <a:pt x="0" y="2945652"/>
                    <a:pt x="0" y="2819400"/>
                  </a:cubicBezTo>
                  <a:lnTo>
                    <a:pt x="0" y="228600"/>
                  </a:lnTo>
                  <a:cubicBezTo>
                    <a:pt x="0" y="102348"/>
                    <a:pt x="102348" y="0"/>
                    <a:pt x="228600" y="0"/>
                  </a:cubicBezTo>
                  <a:close/>
                </a:path>
              </a:pathLst>
            </a:custGeom>
            <a:solidFill>
              <a:srgbClr val="EFEBE1"/>
            </a:solidFill>
            <a:ln w="9525" cap="sq">
              <a:solidFill>
                <a:srgbClr val="D9C9A4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4064000" cy="308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90600" y="6096000"/>
            <a:ext cx="13258800" cy="9525"/>
            <a:chOff x="0" y="0"/>
            <a:chExt cx="17678400" cy="127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7678400" cy="12700"/>
            </a:xfrm>
            <a:custGeom>
              <a:avLst/>
              <a:gdLst/>
              <a:ahLst/>
              <a:cxnLst/>
              <a:rect r="r" b="b" t="t" l="l"/>
              <a:pathLst>
                <a:path h="12700" w="17678400">
                  <a:moveTo>
                    <a:pt x="0" y="0"/>
                  </a:moveTo>
                  <a:lnTo>
                    <a:pt x="17678400" y="0"/>
                  </a:lnTo>
                  <a:lnTo>
                    <a:pt x="176784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C0912D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7678400" cy="50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990600" y="1323975"/>
            <a:ext cx="13258800" cy="920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7559"/>
              </a:lnSpc>
            </a:pPr>
            <a:r>
              <a:rPr lang="ar-EG" b="true" sz="5400">
                <a:solidFill>
                  <a:srgbClr val="C0912D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  <a:rtl val="true"/>
              </a:rPr>
              <a:t>فريق مُعين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296650" y="3581400"/>
            <a:ext cx="2857500" cy="4813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3919"/>
              </a:lnSpc>
            </a:pPr>
            <a:r>
              <a:rPr lang="ar-EG" b="true" sz="2799">
                <a:solidFill>
                  <a:srgbClr val="16311F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  <a:rtl val="true"/>
              </a:rPr>
              <a:t>عبدالمنعم ابراهيم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669188" y="4518630"/>
            <a:ext cx="2188624" cy="323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2693"/>
              </a:lnSpc>
            </a:pPr>
            <a:r>
              <a:rPr lang="ar-EG" b="true" sz="1923">
                <a:solidFill>
                  <a:srgbClr val="8A6516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  <a:rtl val="true"/>
              </a:rPr>
              <a:t>علوم حاسب الآلي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191250" y="3581400"/>
            <a:ext cx="2857500" cy="4813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3919"/>
              </a:lnSpc>
            </a:pPr>
            <a:r>
              <a:rPr lang="ar-EG" b="true" sz="2799">
                <a:solidFill>
                  <a:srgbClr val="16311F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  <a:rtl val="true"/>
              </a:rPr>
              <a:t>حمزة العولقي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191250" y="4448175"/>
            <a:ext cx="2857500" cy="3657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2940"/>
              </a:lnSpc>
            </a:pPr>
            <a:r>
              <a:rPr lang="ar-EG" b="true" sz="2100">
                <a:solidFill>
                  <a:srgbClr val="8A6516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  <a:rtl val="true"/>
              </a:rPr>
              <a:t>الهندسة الكهربائية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85850" y="3581400"/>
            <a:ext cx="2857500" cy="4813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 marL="0" indent="0" lvl="0">
              <a:lnSpc>
                <a:spcPts val="3919"/>
              </a:lnSpc>
              <a:spcBef>
                <a:spcPct val="0"/>
              </a:spcBef>
            </a:pPr>
            <a:r>
              <a:rPr lang="ar-EG" b="true" sz="2799" strike="noStrike" u="none">
                <a:solidFill>
                  <a:srgbClr val="16311F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  <a:rtl val="true"/>
              </a:rPr>
              <a:t>احمد ابراهيم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85850" y="4257675"/>
            <a:ext cx="2857500" cy="3657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 marL="0" indent="0" lvl="0">
              <a:lnSpc>
                <a:spcPts val="2940"/>
              </a:lnSpc>
              <a:spcBef>
                <a:spcPct val="0"/>
              </a:spcBef>
            </a:pPr>
            <a:r>
              <a:rPr lang="ar-EG" b="true" sz="2100" strike="noStrike" u="none">
                <a:solidFill>
                  <a:srgbClr val="8A6516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  <a:rtl val="true"/>
              </a:rPr>
              <a:t>الهندسة الميكانيكية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90600" y="6353175"/>
            <a:ext cx="13258800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3779"/>
              </a:lnSpc>
            </a:pPr>
            <a:r>
              <a:rPr lang="ar-EG" b="true" sz="2700">
                <a:solidFill>
                  <a:srgbClr val="16311F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  <a:rtl val="true"/>
              </a:rPr>
              <a:t>صُمّم بالكامل داخل الفريق.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DAHUfVh0qcA</dc:identifier>
  <dcterms:modified xsi:type="dcterms:W3CDTF">2011-08-01T06:04:30Z</dcterms:modified>
  <cp:revision>1</cp:revision>
  <dc:title>مُعين-التقديم الرسمي-الحكام</dc:title>
</cp:coreProperties>
</file>